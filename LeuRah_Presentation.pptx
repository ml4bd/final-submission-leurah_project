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670" r:id="rId2"/>
    <p:sldMasterId id="2147483658" r:id="rId3"/>
    <p:sldMasterId id="2147483673" r:id="rId4"/>
    <p:sldMasterId id="2147483667" r:id="rId5"/>
    <p:sldMasterId id="2147483661" r:id="rId6"/>
    <p:sldMasterId id="2147483664" r:id="rId7"/>
  </p:sldMasterIdLst>
  <p:notesMasterIdLst>
    <p:notesMasterId r:id="rId9"/>
  </p:notesMasterIdLst>
  <p:handoutMasterIdLst>
    <p:handoutMasterId r:id="rId10"/>
  </p:handoutMasterIdLst>
  <p:sldIdLst>
    <p:sldId id="256" r:id="rId8"/>
  </p:sldIdLst>
  <p:sldSz cx="30275213" cy="42803763"/>
  <p:notesSz cx="6858000" cy="9144000"/>
  <p:defaultTextStyle>
    <a:defPPr>
      <a:defRPr lang="de-DE"/>
    </a:defPPr>
    <a:lvl1pPr marL="0" algn="l" defTabSz="2588614" rtl="0" eaLnBrk="1" latinLnBrk="0" hangingPunct="1">
      <a:defRPr sz="5096" kern="1200">
        <a:solidFill>
          <a:schemeClr val="tx1"/>
        </a:solidFill>
        <a:latin typeface="+mn-lt"/>
        <a:ea typeface="+mn-ea"/>
        <a:cs typeface="+mn-cs"/>
      </a:defRPr>
    </a:lvl1pPr>
    <a:lvl2pPr marL="1294309" algn="l" defTabSz="2588614" rtl="0" eaLnBrk="1" latinLnBrk="0" hangingPunct="1">
      <a:defRPr sz="5096" kern="1200">
        <a:solidFill>
          <a:schemeClr val="tx1"/>
        </a:solidFill>
        <a:latin typeface="+mn-lt"/>
        <a:ea typeface="+mn-ea"/>
        <a:cs typeface="+mn-cs"/>
      </a:defRPr>
    </a:lvl2pPr>
    <a:lvl3pPr marL="2588614" algn="l" defTabSz="2588614" rtl="0" eaLnBrk="1" latinLnBrk="0" hangingPunct="1">
      <a:defRPr sz="5096" kern="1200">
        <a:solidFill>
          <a:schemeClr val="tx1"/>
        </a:solidFill>
        <a:latin typeface="+mn-lt"/>
        <a:ea typeface="+mn-ea"/>
        <a:cs typeface="+mn-cs"/>
      </a:defRPr>
    </a:lvl3pPr>
    <a:lvl4pPr marL="3882923" algn="l" defTabSz="2588614" rtl="0" eaLnBrk="1" latinLnBrk="0" hangingPunct="1">
      <a:defRPr sz="5096" kern="1200">
        <a:solidFill>
          <a:schemeClr val="tx1"/>
        </a:solidFill>
        <a:latin typeface="+mn-lt"/>
        <a:ea typeface="+mn-ea"/>
        <a:cs typeface="+mn-cs"/>
      </a:defRPr>
    </a:lvl4pPr>
    <a:lvl5pPr marL="5177231" algn="l" defTabSz="2588614" rtl="0" eaLnBrk="1" latinLnBrk="0" hangingPunct="1">
      <a:defRPr sz="5096" kern="1200">
        <a:solidFill>
          <a:schemeClr val="tx1"/>
        </a:solidFill>
        <a:latin typeface="+mn-lt"/>
        <a:ea typeface="+mn-ea"/>
        <a:cs typeface="+mn-cs"/>
      </a:defRPr>
    </a:lvl5pPr>
    <a:lvl6pPr marL="6471543" algn="l" defTabSz="2588614" rtl="0" eaLnBrk="1" latinLnBrk="0" hangingPunct="1">
      <a:defRPr sz="5096" kern="1200">
        <a:solidFill>
          <a:schemeClr val="tx1"/>
        </a:solidFill>
        <a:latin typeface="+mn-lt"/>
        <a:ea typeface="+mn-ea"/>
        <a:cs typeface="+mn-cs"/>
      </a:defRPr>
    </a:lvl6pPr>
    <a:lvl7pPr marL="7765851" algn="l" defTabSz="2588614" rtl="0" eaLnBrk="1" latinLnBrk="0" hangingPunct="1">
      <a:defRPr sz="5096" kern="1200">
        <a:solidFill>
          <a:schemeClr val="tx1"/>
        </a:solidFill>
        <a:latin typeface="+mn-lt"/>
        <a:ea typeface="+mn-ea"/>
        <a:cs typeface="+mn-cs"/>
      </a:defRPr>
    </a:lvl7pPr>
    <a:lvl8pPr marL="9060160" algn="l" defTabSz="2588614" rtl="0" eaLnBrk="1" latinLnBrk="0" hangingPunct="1">
      <a:defRPr sz="5096" kern="1200">
        <a:solidFill>
          <a:schemeClr val="tx1"/>
        </a:solidFill>
        <a:latin typeface="+mn-lt"/>
        <a:ea typeface="+mn-ea"/>
        <a:cs typeface="+mn-cs"/>
      </a:defRPr>
    </a:lvl8pPr>
    <a:lvl9pPr marL="10354466" algn="l" defTabSz="2588614" rtl="0" eaLnBrk="1" latinLnBrk="0" hangingPunct="1">
      <a:defRPr sz="509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4" autoAdjust="0"/>
    <p:restoredTop sz="94660"/>
  </p:normalViewPr>
  <p:slideViewPr>
    <p:cSldViewPr snapToGrid="0" showGuides="1">
      <p:cViewPr>
        <p:scale>
          <a:sx n="33" d="100"/>
          <a:sy n="33" d="100"/>
        </p:scale>
        <p:origin x="192" y="-1810"/>
      </p:cViewPr>
      <p:guideLst/>
    </p:cSldViewPr>
  </p:slideViewPr>
  <p:notesTextViewPr>
    <p:cViewPr>
      <p:scale>
        <a:sx n="1" d="1"/>
        <a:sy n="1" d="1"/>
      </p:scale>
      <p:origin x="0" y="0"/>
    </p:cViewPr>
  </p:notesTextViewPr>
  <p:notesViewPr>
    <p:cSldViewPr snapToGrid="0" showGuides="1">
      <p:cViewPr varScale="1">
        <p:scale>
          <a:sx n="80" d="100"/>
          <a:sy n="80" d="100"/>
        </p:scale>
        <p:origin x="4176" y="4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10.06.2023</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‹N°›</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10.06.2023</a:t>
            </a:fld>
            <a:endParaRPr lang="de-CH"/>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‹N°›</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2588614" rtl="0" eaLnBrk="1" latinLnBrk="0" hangingPunct="1">
      <a:defRPr sz="3400" kern="1200">
        <a:solidFill>
          <a:schemeClr val="tx1"/>
        </a:solidFill>
        <a:latin typeface="+mn-lt"/>
        <a:ea typeface="+mn-ea"/>
        <a:cs typeface="+mn-cs"/>
      </a:defRPr>
    </a:lvl1pPr>
    <a:lvl2pPr marL="1294309" algn="l" defTabSz="2588614" rtl="0" eaLnBrk="1" latinLnBrk="0" hangingPunct="1">
      <a:defRPr sz="3400" kern="1200">
        <a:solidFill>
          <a:schemeClr val="tx1"/>
        </a:solidFill>
        <a:latin typeface="+mn-lt"/>
        <a:ea typeface="+mn-ea"/>
        <a:cs typeface="+mn-cs"/>
      </a:defRPr>
    </a:lvl2pPr>
    <a:lvl3pPr marL="2588614" algn="l" defTabSz="2588614" rtl="0" eaLnBrk="1" latinLnBrk="0" hangingPunct="1">
      <a:defRPr sz="3400" kern="1200">
        <a:solidFill>
          <a:schemeClr val="tx1"/>
        </a:solidFill>
        <a:latin typeface="+mn-lt"/>
        <a:ea typeface="+mn-ea"/>
        <a:cs typeface="+mn-cs"/>
      </a:defRPr>
    </a:lvl3pPr>
    <a:lvl4pPr marL="3882923" algn="l" defTabSz="2588614" rtl="0" eaLnBrk="1" latinLnBrk="0" hangingPunct="1">
      <a:defRPr sz="3400" kern="1200">
        <a:solidFill>
          <a:schemeClr val="tx1"/>
        </a:solidFill>
        <a:latin typeface="+mn-lt"/>
        <a:ea typeface="+mn-ea"/>
        <a:cs typeface="+mn-cs"/>
      </a:defRPr>
    </a:lvl4pPr>
    <a:lvl5pPr marL="5177231" algn="l" defTabSz="2588614" rtl="0" eaLnBrk="1" latinLnBrk="0" hangingPunct="1">
      <a:defRPr sz="3400" kern="1200">
        <a:solidFill>
          <a:schemeClr val="tx1"/>
        </a:solidFill>
        <a:latin typeface="+mn-lt"/>
        <a:ea typeface="+mn-ea"/>
        <a:cs typeface="+mn-cs"/>
      </a:defRPr>
    </a:lvl5pPr>
    <a:lvl6pPr marL="6471543" algn="l" defTabSz="2588614" rtl="0" eaLnBrk="1" latinLnBrk="0" hangingPunct="1">
      <a:defRPr sz="3400" kern="1200">
        <a:solidFill>
          <a:schemeClr val="tx1"/>
        </a:solidFill>
        <a:latin typeface="+mn-lt"/>
        <a:ea typeface="+mn-ea"/>
        <a:cs typeface="+mn-cs"/>
      </a:defRPr>
    </a:lvl6pPr>
    <a:lvl7pPr marL="7765851" algn="l" defTabSz="2588614" rtl="0" eaLnBrk="1" latinLnBrk="0" hangingPunct="1">
      <a:defRPr sz="3400" kern="1200">
        <a:solidFill>
          <a:schemeClr val="tx1"/>
        </a:solidFill>
        <a:latin typeface="+mn-lt"/>
        <a:ea typeface="+mn-ea"/>
        <a:cs typeface="+mn-cs"/>
      </a:defRPr>
    </a:lvl7pPr>
    <a:lvl8pPr marL="9060160" algn="l" defTabSz="2588614" rtl="0" eaLnBrk="1" latinLnBrk="0" hangingPunct="1">
      <a:defRPr sz="3400" kern="1200">
        <a:solidFill>
          <a:schemeClr val="tx1"/>
        </a:solidFill>
        <a:latin typeface="+mn-lt"/>
        <a:ea typeface="+mn-ea"/>
        <a:cs typeface="+mn-cs"/>
      </a:defRPr>
    </a:lvl8pPr>
    <a:lvl9pPr marL="10354466" algn="l" defTabSz="2588614" rtl="0" eaLnBrk="1" latinLnBrk="0" hangingPunct="1">
      <a:defRPr sz="3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Bildplatzhalter 10">
            <a:extLst>
              <a:ext uri="{FF2B5EF4-FFF2-40B4-BE49-F238E27FC236}">
                <a16:creationId xmlns:a16="http://schemas.microsoft.com/office/drawing/2014/main" id="{29E1A2D3-E862-4464-9A32-4A0E33F592D2}"/>
              </a:ext>
            </a:extLst>
          </p:cNvPr>
          <p:cNvSpPr>
            <a:spLocks noGrp="1"/>
          </p:cNvSpPr>
          <p:nvPr>
            <p:ph type="pic" sz="quarter" idx="13"/>
          </p:nvPr>
        </p:nvSpPr>
        <p:spPr>
          <a:xfrm>
            <a:off x="23907351" y="40583542"/>
            <a:ext cx="5095646" cy="1019181"/>
          </a:xfrm>
        </p:spPr>
        <p:txBody>
          <a:bodyPr/>
          <a:lstStyle>
            <a:lvl1pPr marL="0" indent="0">
              <a:buNone/>
              <a:defRPr/>
            </a:lvl1pPr>
          </a:lstStyle>
          <a:p>
            <a:r>
              <a:rPr lang="en-US" noProof="0"/>
              <a:t>Click icon to add picture</a:t>
            </a:r>
            <a:endParaRPr lang="en-US" noProof="0" dirty="0"/>
          </a:p>
        </p:txBody>
      </p:sp>
      <p:sp>
        <p:nvSpPr>
          <p:cNvPr id="10" name="Bildplatzhalter 10">
            <a:extLst>
              <a:ext uri="{FF2B5EF4-FFF2-40B4-BE49-F238E27FC236}">
                <a16:creationId xmlns:a16="http://schemas.microsoft.com/office/drawing/2014/main" id="{FF2B1A6C-ABE6-4E11-84C2-95B56E0D20C5}"/>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12" name="Bildplatzhalter 10">
            <a:extLst>
              <a:ext uri="{FF2B5EF4-FFF2-40B4-BE49-F238E27FC236}">
                <a16:creationId xmlns:a16="http://schemas.microsoft.com/office/drawing/2014/main" id="{8BA62E06-D9EB-422C-B190-AB28598166E6}"/>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14" name="Bildplatzhalter 10">
            <a:extLst>
              <a:ext uri="{FF2B5EF4-FFF2-40B4-BE49-F238E27FC236}">
                <a16:creationId xmlns:a16="http://schemas.microsoft.com/office/drawing/2014/main" id="{A05A8DC1-17CC-4BEA-9DB2-E003B0C940BB}"/>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15" name="Bildplatzhalter 10">
            <a:extLst>
              <a:ext uri="{FF2B5EF4-FFF2-40B4-BE49-F238E27FC236}">
                <a16:creationId xmlns:a16="http://schemas.microsoft.com/office/drawing/2014/main" id="{2CE9849F-3C52-4F1B-A78B-38E08DD521D6}"/>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16" name="Bildplatzhalter 10">
            <a:extLst>
              <a:ext uri="{FF2B5EF4-FFF2-40B4-BE49-F238E27FC236}">
                <a16:creationId xmlns:a16="http://schemas.microsoft.com/office/drawing/2014/main" id="{E862F049-D815-4C4D-A14F-A0AEF5B2AE26}"/>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2" name="Fußzeilenplatzhalter 1">
            <a:extLst>
              <a:ext uri="{FF2B5EF4-FFF2-40B4-BE49-F238E27FC236}">
                <a16:creationId xmlns:a16="http://schemas.microsoft.com/office/drawing/2014/main" id="{BB033E5C-1D17-4E80-9ACD-C87F6F8A425A}"/>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8" name="Textfeld 17">
            <a:extLst>
              <a:ext uri="{FF2B5EF4-FFF2-40B4-BE49-F238E27FC236}">
                <a16:creationId xmlns:a16="http://schemas.microsoft.com/office/drawing/2014/main" id="{5B87B24B-4B57-4D64-9BA7-0987C53EFED5}"/>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58724856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Fußzeilenplatzhalter 1">
            <a:extLst>
              <a:ext uri="{FF2B5EF4-FFF2-40B4-BE49-F238E27FC236}">
                <a16:creationId xmlns:a16="http://schemas.microsoft.com/office/drawing/2014/main" id="{A9721B81-136E-456D-812A-E7EFBC759F47}"/>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26" name="Bildplatzhalter 10">
            <a:extLst>
              <a:ext uri="{FF2B5EF4-FFF2-40B4-BE49-F238E27FC236}">
                <a16:creationId xmlns:a16="http://schemas.microsoft.com/office/drawing/2014/main" id="{5A5BABA5-C437-48B8-8B80-925847CC10A3}"/>
              </a:ext>
            </a:extLst>
          </p:cNvPr>
          <p:cNvSpPr>
            <a:spLocks noGrp="1"/>
          </p:cNvSpPr>
          <p:nvPr>
            <p:ph type="pic" sz="quarter" idx="13"/>
          </p:nvPr>
        </p:nvSpPr>
        <p:spPr>
          <a:xfrm>
            <a:off x="23907351" y="40583542"/>
            <a:ext cx="5095646" cy="1019181"/>
          </a:xfrm>
        </p:spPr>
        <p:txBody>
          <a:bodyPr/>
          <a:lstStyle>
            <a:lvl1pPr marL="0" indent="0">
              <a:buNone/>
              <a:defRPr/>
            </a:lvl1pPr>
          </a:lstStyle>
          <a:p>
            <a:r>
              <a:rPr lang="en-US" noProof="0"/>
              <a:t>Click icon to add picture</a:t>
            </a:r>
            <a:endParaRPr lang="en-US" noProof="0" dirty="0"/>
          </a:p>
        </p:txBody>
      </p:sp>
      <p:sp>
        <p:nvSpPr>
          <p:cNvPr id="27" name="Bildplatzhalter 10">
            <a:extLst>
              <a:ext uri="{FF2B5EF4-FFF2-40B4-BE49-F238E27FC236}">
                <a16:creationId xmlns:a16="http://schemas.microsoft.com/office/drawing/2014/main" id="{CA5F2675-4A0F-4837-A374-A442160A9368}"/>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28" name="Bildplatzhalter 10">
            <a:extLst>
              <a:ext uri="{FF2B5EF4-FFF2-40B4-BE49-F238E27FC236}">
                <a16:creationId xmlns:a16="http://schemas.microsoft.com/office/drawing/2014/main" id="{8A5711A6-6465-4DBC-8ECD-66F289B6396C}"/>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29" name="Bildplatzhalter 10">
            <a:extLst>
              <a:ext uri="{FF2B5EF4-FFF2-40B4-BE49-F238E27FC236}">
                <a16:creationId xmlns:a16="http://schemas.microsoft.com/office/drawing/2014/main" id="{1A1BECD8-B87C-4E7F-876E-EBBCFF4210EF}"/>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30" name="Bildplatzhalter 10">
            <a:extLst>
              <a:ext uri="{FF2B5EF4-FFF2-40B4-BE49-F238E27FC236}">
                <a16:creationId xmlns:a16="http://schemas.microsoft.com/office/drawing/2014/main" id="{9175C25E-2049-4918-92F4-41F787009537}"/>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31" name="Bildplatzhalter 10">
            <a:extLst>
              <a:ext uri="{FF2B5EF4-FFF2-40B4-BE49-F238E27FC236}">
                <a16:creationId xmlns:a16="http://schemas.microsoft.com/office/drawing/2014/main" id="{E2C16173-FCEC-4425-BBE4-CE1E4AFAEFEB}"/>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r>
              <a:rPr lang="en-US" noProof="0"/>
              <a:t>Click icon to add picture</a:t>
            </a:r>
            <a:endParaRPr lang="en-US" noProof="0" dirty="0"/>
          </a:p>
        </p:txBody>
      </p:sp>
      <p:sp>
        <p:nvSpPr>
          <p:cNvPr id="32" name="Textfeld 31">
            <a:extLst>
              <a:ext uri="{FF2B5EF4-FFF2-40B4-BE49-F238E27FC236}">
                <a16:creationId xmlns:a16="http://schemas.microsoft.com/office/drawing/2014/main" id="{9112DE20-9084-4E2E-9BC0-0A1A890F9F25}"/>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249945417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CEF1A1D6-9735-42FF-8009-2446958AE1EB}"/>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A3D88EF6-8D6C-4659-B5BB-8DEB94753861}"/>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0D06E50D-FB42-4254-9EE8-2543E9E84A67}"/>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1F4F4ACC-C650-453F-A0F3-18E1D614EF15}"/>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BF9E64DB-7BEE-49D2-9DA6-46E20AADE909}"/>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F2D2F044-F62A-4F56-98C4-E0AEA71DD7DC}"/>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B735B654-70F6-483C-BF51-FD86B9E15143}"/>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72009FF8-7D8D-490E-AD16-3FCBF43871BA}"/>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3438218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1A4D7663-87E1-41BF-9893-6CC92DEAC533}"/>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767D62AC-7684-4F61-A448-9555E4A618F5}"/>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6DEB9150-E5AE-4E88-97D1-4AA5CA607726}"/>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893EBACD-39CC-4EC2-80DB-6D9A34006CE0}"/>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8C10DB7E-780F-4AC3-8476-7878E59DE8ED}"/>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31982410-1FD1-4B09-A987-326466D838BF}"/>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C51C1AD6-1110-4F00-824C-BC0C715009B2}"/>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8B53963F-8F54-448A-BC4B-F1BE9BD0B251}"/>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123712368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10EB9521-A92B-4AEA-83E0-E72FCA52CE74}"/>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98CAB97E-D4FD-49A9-865E-1207F880CF2C}"/>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643C4C3E-62D9-4E11-AAC9-EBFE23CB4171}"/>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A572D49B-CBEC-43EC-BC01-201B08E814B4}"/>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3E45F4D9-18AD-4441-88F0-0C2887ED30E6}"/>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89CA88AF-F37D-4EF5-A450-D3FD4B64CB98}"/>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6B2D6769-B78B-4FE6-8251-0CB0A64E28A7}"/>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94242A1A-D1DA-4A29-A77F-8D09C7903C6D}"/>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5832941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88BEE220-758B-42F2-8AE3-FAA23F08D279}"/>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70119696-D82D-4436-94DD-4A78C8656279}"/>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EA4575FB-580A-49BC-B1EC-C52E325B051D}"/>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A1264118-E3E7-4CC8-A840-1A27DFFD4420}"/>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0A48F791-0CF4-4C87-B8D4-C010ED0818C0}"/>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E3321609-8777-4EE8-8C50-115761FC99FE}"/>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AF591D59-B0A5-45D2-A8A4-953CF2AD0C57}"/>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079B2282-5864-483F-A9C2-98B708E81E31}"/>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231433701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8608CB39-016B-4BF4-8342-612A7BA13D31}"/>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988ABE6A-593F-4D55-BD17-DC767E7DF808}"/>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31C309D4-AB7C-4964-8853-FAAB87F4709C}"/>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F6227264-0E4C-489A-A4DD-5525AB180744}"/>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964E781B-2486-4D58-B0E8-47243422132E}"/>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BD799EFA-A9EB-42AE-80BD-C593C93A91A3}"/>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53F2262D-02CE-45D0-9DDC-8A996DE62294}"/>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1C3EFC8F-D883-4879-8F2E-CBC81AD16730}"/>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65402970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5F8CEC64-5664-4130-B060-110266B4308D}"/>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0C9EC0EA-ABB7-4BB0-BEC5-A6BCD853D549}"/>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6E3B6F26-90D9-483A-89B7-3D574F8BB75D}"/>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A91348A7-7D1B-44A1-8426-2CA4140CA1D6}"/>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761868EF-A6C8-455F-B110-612B80DD0D94}"/>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B981C53C-1117-4AD8-93EF-FFC3C4AF4349}"/>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E77F6827-F994-4CEB-B307-AE21D1106821}"/>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06BF8729-1A8B-4198-9E5F-E1B165BBA964}"/>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355237143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D3445AAF-9BD8-4B00-9FF2-B0472F96293E}"/>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140E3753-935A-4507-AC11-F0E291845588}"/>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E0B96D98-4A3E-4DF7-A094-F09D8C2A2A22}"/>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146C052A-0C6C-45AB-B56D-6157245A1409}"/>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888D17E7-FED6-4C55-8A8C-FA9EA17907A6}"/>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4518EC54-715E-4943-8475-2E7D2D2F47D5}"/>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E55ED384-45AF-48A8-B0D0-01A90C0844BC}"/>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EF6DC02F-F074-4CFC-8DAD-8EA8B507E199}"/>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17383456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227AEF07-72D4-4E4A-97EC-B42638E9743F}"/>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A72E5486-E422-46D5-B9CE-9C27F11E617B}"/>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29B12437-4940-468A-ACD9-95DFB4E2722C}"/>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B5AD182C-8486-4215-B1A0-777CB3A38E15}"/>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AB1FED99-A9B0-4936-8CAD-8E5BA6D86CBC}"/>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732A6DF2-6E7E-4B84-A8C9-D1A19C836FD9}"/>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1C1A8799-F036-415D-BD18-7A64A44D71AB}"/>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2ADE99D1-1838-4538-BCAE-5B0F1DCCA2E1}"/>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32593275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8C378B2A-4210-4B30-8938-D11F62737B93}"/>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E2FCAE3E-3323-4AD4-B085-641212E4DD3C}"/>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8CEC44D1-E8DF-4FDB-BD90-A3D8EF9BD21F}"/>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27DFCFE7-0A47-4C01-8C39-42A7776A9520}"/>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003E81EC-0027-4EF2-AAF2-04705181A24F}"/>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660F281F-32A4-4D88-A61F-0B09B087247B}"/>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5AA3ABAE-9FB8-4673-B2D5-C16B577B9185}"/>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BF0EBB4F-ECF9-4B82-9E7A-67885D34243B}"/>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242975792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9D04CF4C-FB65-4F9C-9499-0F9D1FB6DA53}"/>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401661CE-5A2E-437D-8150-E0665D7626BB}"/>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1639FC5E-71F9-4A6A-8FCD-0133D746F09F}"/>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23575185-9DD5-4138-B16F-462D6FF15323}"/>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545F9ABE-E10E-438B-9CDC-1CEFF7D72B0B}"/>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67BEB04D-B134-43DA-9359-7EE293B613CD}"/>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7744DB66-F5EE-4522-85A6-139A11CD91AB}"/>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0CF0CC42-5361-4690-BDF8-88AF7AB1B65C}"/>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93612190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5" y="3667350"/>
            <a:ext cx="27730921" cy="7643858"/>
          </a:xfrm>
          <a:solidFill>
            <a:schemeClr val="accent1"/>
          </a:solidFill>
        </p:spPr>
        <p:txBody>
          <a:bodyPr lIns="360000" tIns="360000" rIns="360000" bIns="36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99F59B72-8A30-4578-B167-B081D271583B}"/>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2" name="Bildplatzhalter 10">
            <a:extLst>
              <a:ext uri="{FF2B5EF4-FFF2-40B4-BE49-F238E27FC236}">
                <a16:creationId xmlns:a16="http://schemas.microsoft.com/office/drawing/2014/main" id="{DF06D9B6-DFA3-4983-A787-942489DFC463}"/>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14" name="Bildplatzhalter 10">
            <a:extLst>
              <a:ext uri="{FF2B5EF4-FFF2-40B4-BE49-F238E27FC236}">
                <a16:creationId xmlns:a16="http://schemas.microsoft.com/office/drawing/2014/main" id="{E3733825-ED0C-4064-ABE7-37F49764C460}"/>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5" name="Bildplatzhalter 10">
            <a:extLst>
              <a:ext uri="{FF2B5EF4-FFF2-40B4-BE49-F238E27FC236}">
                <a16:creationId xmlns:a16="http://schemas.microsoft.com/office/drawing/2014/main" id="{CCAC2E61-517C-4858-9139-02D53E02BA94}"/>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16" name="Bildplatzhalter 10">
            <a:extLst>
              <a:ext uri="{FF2B5EF4-FFF2-40B4-BE49-F238E27FC236}">
                <a16:creationId xmlns:a16="http://schemas.microsoft.com/office/drawing/2014/main" id="{37EF9C46-E8C5-439C-809C-1731C0A1EE9E}"/>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17" name="Bildplatzhalter 10">
            <a:extLst>
              <a:ext uri="{FF2B5EF4-FFF2-40B4-BE49-F238E27FC236}">
                <a16:creationId xmlns:a16="http://schemas.microsoft.com/office/drawing/2014/main" id="{EF09BC08-ABE9-4D0A-8DDD-1E1FBEA13B4A}"/>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05DD452A-1CDC-48F3-BBB8-08F5795BB382}"/>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E16B4537-E852-4FF0-8D16-1991D3275230}"/>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253296975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1272146" y="3667347"/>
            <a:ext cx="27730924" cy="36180927"/>
          </a:xfrm>
          <a:solidFill>
            <a:schemeClr val="accent1"/>
          </a:solidFill>
        </p:spPr>
        <p:txBody>
          <a:bodyPr lIns="180000" tIns="360000" rIns="180000" bIns="180000" anchor="t" anchorCtr="0"/>
          <a:lstStyle>
            <a:lvl1pPr marL="0" indent="0">
              <a:lnSpc>
                <a:spcPct val="100000"/>
              </a:lnSpc>
              <a:spcBef>
                <a:spcPts val="0"/>
              </a:spcBef>
              <a:buNone/>
              <a:defRPr sz="11324">
                <a:solidFill>
                  <a:schemeClr val="bg1"/>
                </a:solidFill>
              </a:defRPr>
            </a:lvl1pPr>
            <a:lvl2pPr marL="0" indent="0">
              <a:lnSpc>
                <a:spcPct val="100000"/>
              </a:lnSpc>
              <a:spcBef>
                <a:spcPts val="0"/>
              </a:spcBef>
              <a:buNone/>
              <a:defRPr sz="4048">
                <a:solidFill>
                  <a:schemeClr val="bg1"/>
                </a:solidFill>
              </a:defRPr>
            </a:lvl2pPr>
            <a:lvl3pPr marL="0" indent="0">
              <a:lnSpc>
                <a:spcPct val="100000"/>
              </a:lnSpc>
              <a:spcBef>
                <a:spcPts val="0"/>
              </a:spcBef>
              <a:buNone/>
              <a:defRPr sz="4048">
                <a:solidFill>
                  <a:schemeClr val="bg1"/>
                </a:solidFill>
              </a:defRPr>
            </a:lvl3pPr>
            <a:lvl4pPr marL="0" indent="0">
              <a:lnSpc>
                <a:spcPct val="100000"/>
              </a:lnSpc>
              <a:spcBef>
                <a:spcPts val="0"/>
              </a:spcBef>
              <a:buNone/>
              <a:defRPr sz="4048">
                <a:solidFill>
                  <a:schemeClr val="bg1"/>
                </a:solidFill>
              </a:defRPr>
            </a:lvl4pPr>
            <a:lvl5pPr marL="0" indent="0">
              <a:lnSpc>
                <a:spcPct val="100000"/>
              </a:lnSpc>
              <a:spcBef>
                <a:spcPts val="0"/>
              </a:spcBef>
              <a:buNone/>
              <a:defRPr sz="4048">
                <a:solidFill>
                  <a:schemeClr val="bg1"/>
                </a:solidFill>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 name="Fußzeilenplatzhalter 1">
            <a:extLst>
              <a:ext uri="{FF2B5EF4-FFF2-40B4-BE49-F238E27FC236}">
                <a16:creationId xmlns:a16="http://schemas.microsoft.com/office/drawing/2014/main" id="{171A34DB-AA50-4223-87E2-50C1BEB5108B}"/>
              </a:ext>
            </a:extLst>
          </p:cNvPr>
          <p:cNvSpPr>
            <a:spLocks noGrp="1"/>
          </p:cNvSpPr>
          <p:nvPr>
            <p:ph type="ftr" sz="quarter" idx="20"/>
          </p:nvPr>
        </p:nvSpPr>
        <p:spPr/>
        <p:txBody>
          <a:bodyPr/>
          <a:lstStyle/>
          <a:p>
            <a:r>
              <a:rPr lang="de-DE" dirty="0"/>
              <a:t>Organisationseinheit verbal </a:t>
            </a:r>
            <a:br>
              <a:rPr lang="de-DE" dirty="0"/>
            </a:br>
            <a:r>
              <a:rPr lang="de-DE" dirty="0"/>
              <a:t>optional auf 2 Zeilen</a:t>
            </a:r>
            <a:endParaRPr lang="en-US" noProof="0" dirty="0"/>
          </a:p>
        </p:txBody>
      </p:sp>
      <p:sp>
        <p:nvSpPr>
          <p:cNvPr id="19" name="Bildplatzhalter 10">
            <a:extLst>
              <a:ext uri="{FF2B5EF4-FFF2-40B4-BE49-F238E27FC236}">
                <a16:creationId xmlns:a16="http://schemas.microsoft.com/office/drawing/2014/main" id="{82133057-890C-4D92-99B9-74D7A15B3A0F}"/>
              </a:ext>
            </a:extLst>
          </p:cNvPr>
          <p:cNvSpPr>
            <a:spLocks noGrp="1"/>
          </p:cNvSpPr>
          <p:nvPr>
            <p:ph type="pic" sz="quarter" idx="13"/>
          </p:nvPr>
        </p:nvSpPr>
        <p:spPr>
          <a:xfrm>
            <a:off x="23907351" y="40583542"/>
            <a:ext cx="5095646" cy="1019181"/>
          </a:xfrm>
        </p:spPr>
        <p:txBody>
          <a:bodyPr/>
          <a:lstStyle>
            <a:lvl1pPr marL="0" indent="0">
              <a:buNone/>
              <a:defRPr/>
            </a:lvl1pPr>
          </a:lstStyle>
          <a:p>
            <a:endParaRPr lang="en-US" noProof="0" dirty="0"/>
          </a:p>
        </p:txBody>
      </p:sp>
      <p:sp>
        <p:nvSpPr>
          <p:cNvPr id="20" name="Bildplatzhalter 10">
            <a:extLst>
              <a:ext uri="{FF2B5EF4-FFF2-40B4-BE49-F238E27FC236}">
                <a16:creationId xmlns:a16="http://schemas.microsoft.com/office/drawing/2014/main" id="{8178CABE-EBB4-41FA-AEA1-65817D1E1983}"/>
              </a:ext>
            </a:extLst>
          </p:cNvPr>
          <p:cNvSpPr>
            <a:spLocks noGrp="1"/>
          </p:cNvSpPr>
          <p:nvPr>
            <p:ph type="pic" sz="quarter" idx="14"/>
          </p:nvPr>
        </p:nvSpPr>
        <p:spPr>
          <a:xfrm>
            <a:off x="10849926"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1" name="Bildplatzhalter 10">
            <a:extLst>
              <a:ext uri="{FF2B5EF4-FFF2-40B4-BE49-F238E27FC236}">
                <a16:creationId xmlns:a16="http://schemas.microsoft.com/office/drawing/2014/main" id="{708FCD41-0BBF-47B7-ABB6-758117D3352E}"/>
              </a:ext>
            </a:extLst>
          </p:cNvPr>
          <p:cNvSpPr>
            <a:spLocks noGrp="1"/>
          </p:cNvSpPr>
          <p:nvPr>
            <p:ph type="pic" sz="quarter" idx="15"/>
          </p:nvPr>
        </p:nvSpPr>
        <p:spPr>
          <a:xfrm>
            <a:off x="13824110"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2" name="Bildplatzhalter 10">
            <a:extLst>
              <a:ext uri="{FF2B5EF4-FFF2-40B4-BE49-F238E27FC236}">
                <a16:creationId xmlns:a16="http://schemas.microsoft.com/office/drawing/2014/main" id="{D9885799-F89A-4210-AFCC-CF369132E2C0}"/>
              </a:ext>
            </a:extLst>
          </p:cNvPr>
          <p:cNvSpPr>
            <a:spLocks noGrp="1"/>
          </p:cNvSpPr>
          <p:nvPr>
            <p:ph type="pic" sz="quarter" idx="16"/>
          </p:nvPr>
        </p:nvSpPr>
        <p:spPr>
          <a:xfrm>
            <a:off x="16798294" y="40580640"/>
            <a:ext cx="2548463" cy="1019181"/>
          </a:xfrm>
        </p:spPr>
        <p:txBody>
          <a:bodyPr/>
          <a:lstStyle>
            <a:lvl1pPr marL="0" indent="0" algn="l">
              <a:lnSpc>
                <a:spcPct val="100000"/>
              </a:lnSpc>
              <a:spcBef>
                <a:spcPts val="0"/>
              </a:spcBef>
              <a:buNone/>
              <a:defRPr sz="1982"/>
            </a:lvl1pPr>
          </a:lstStyle>
          <a:p>
            <a:endParaRPr lang="en-US" noProof="0" dirty="0"/>
          </a:p>
        </p:txBody>
      </p:sp>
      <p:sp>
        <p:nvSpPr>
          <p:cNvPr id="23" name="Bildplatzhalter 10">
            <a:extLst>
              <a:ext uri="{FF2B5EF4-FFF2-40B4-BE49-F238E27FC236}">
                <a16:creationId xmlns:a16="http://schemas.microsoft.com/office/drawing/2014/main" id="{8B6E8019-44ED-4185-A279-8DAC71886F58}"/>
              </a:ext>
            </a:extLst>
          </p:cNvPr>
          <p:cNvSpPr>
            <a:spLocks noGrp="1"/>
          </p:cNvSpPr>
          <p:nvPr>
            <p:ph type="pic" sz="quarter" idx="17"/>
          </p:nvPr>
        </p:nvSpPr>
        <p:spPr>
          <a:xfrm>
            <a:off x="7875742"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4" name="Bildplatzhalter 10">
            <a:extLst>
              <a:ext uri="{FF2B5EF4-FFF2-40B4-BE49-F238E27FC236}">
                <a16:creationId xmlns:a16="http://schemas.microsoft.com/office/drawing/2014/main" id="{1109A2B1-37C6-43E4-87B1-6FCED7CE395E}"/>
              </a:ext>
            </a:extLst>
          </p:cNvPr>
          <p:cNvSpPr>
            <a:spLocks noGrp="1"/>
          </p:cNvSpPr>
          <p:nvPr>
            <p:ph type="pic" sz="quarter" idx="18"/>
          </p:nvPr>
        </p:nvSpPr>
        <p:spPr>
          <a:xfrm>
            <a:off x="4901558" y="40583542"/>
            <a:ext cx="2548463" cy="1019181"/>
          </a:xfrm>
        </p:spPr>
        <p:txBody>
          <a:bodyPr/>
          <a:lstStyle>
            <a:lvl1pPr marL="0" indent="0" algn="l">
              <a:lnSpc>
                <a:spcPct val="100000"/>
              </a:lnSpc>
              <a:spcBef>
                <a:spcPts val="0"/>
              </a:spcBef>
              <a:buNone/>
              <a:defRPr sz="1982"/>
            </a:lvl1pPr>
          </a:lstStyle>
          <a:p>
            <a:endParaRPr lang="en-US" noProof="0" dirty="0"/>
          </a:p>
        </p:txBody>
      </p:sp>
      <p:sp>
        <p:nvSpPr>
          <p:cNvPr id="25" name="Textfeld 24">
            <a:extLst>
              <a:ext uri="{FF2B5EF4-FFF2-40B4-BE49-F238E27FC236}">
                <a16:creationId xmlns:a16="http://schemas.microsoft.com/office/drawing/2014/main" id="{10EA3F88-65A4-409F-8E69-5D7515FE8709}"/>
              </a:ext>
            </a:extLst>
          </p:cNvPr>
          <p:cNvSpPr txBox="1"/>
          <p:nvPr userDrawn="1"/>
        </p:nvSpPr>
        <p:spPr>
          <a:xfrm>
            <a:off x="1260376" y="40464771"/>
            <a:ext cx="3465910" cy="509591"/>
          </a:xfrm>
          <a:prstGeom prst="rect">
            <a:avLst/>
          </a:prstGeom>
          <a:noFill/>
        </p:spPr>
        <p:txBody>
          <a:bodyPr wrap="square" lIns="0" tIns="0" rIns="0" bIns="0" rtlCol="0" anchor="ctr" anchorCtr="0">
            <a:noAutofit/>
          </a:bodyPr>
          <a:lstStyle/>
          <a:p>
            <a:pPr algn="l"/>
            <a:r>
              <a:rPr lang="en-US" sz="3397" baseline="0" dirty="0"/>
              <a:t>Partner/Sponsor:</a:t>
            </a:r>
          </a:p>
        </p:txBody>
      </p:sp>
    </p:spTree>
    <p:extLst>
      <p:ext uri="{BB962C8B-B14F-4D97-AF65-F5344CB8AC3E}">
        <p14:creationId xmlns:p14="http://schemas.microsoft.com/office/powerpoint/2010/main" val="51371087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2.sv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62FDEEE2-A562-451F-B8E3-81F68BE4BC40}"/>
              </a:ext>
            </a:extLst>
          </p:cNvPr>
          <p:cNvSpPr>
            <a:spLocks noGrp="1"/>
          </p:cNvSpPr>
          <p:nvPr>
            <p:ph type="ftr" sz="quarter" idx="3"/>
          </p:nvPr>
        </p:nvSpPr>
        <p:spPr>
          <a:xfrm>
            <a:off x="22682809"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1155705437"/>
      </p:ext>
    </p:extLst>
  </p:cSld>
  <p:clrMap bg1="lt1" tx1="dk1" bg2="lt2" tx2="dk2" accent1="accent1" accent2="accent2" accent3="accent3" accent4="accent4" accent5="accent5" accent6="accent6" hlink="hlink" folHlink="folHlink"/>
  <p:sldLayoutIdLst>
    <p:sldLayoutId id="2147483656" r:id="rId1"/>
    <p:sldLayoutId id="2147483657"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4"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BF327E01-6420-49F2-A700-C496E8C76340}"/>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1882428202"/>
      </p:ext>
    </p:extLst>
  </p:cSld>
  <p:clrMap bg1="lt1" tx1="dk1" bg2="lt2" tx2="dk2" accent1="accent1" accent2="accent2" accent3="accent3" accent4="accent4" accent5="accent5" accent6="accent6" hlink="hlink" folHlink="folHlink"/>
  <p:sldLayoutIdLst>
    <p:sldLayoutId id="2147483671" r:id="rId1"/>
    <p:sldLayoutId id="2147483672"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1"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1AF2C9B8-0BC4-4FEF-9683-BCE79ECE758C}"/>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3244596982"/>
      </p:ext>
    </p:extLst>
  </p:cSld>
  <p:clrMap bg1="lt1" tx1="dk1" bg2="lt2" tx2="dk2" accent1="accent1" accent2="accent2" accent3="accent3" accent4="accent4" accent5="accent5" accent6="accent6" hlink="hlink" folHlink="folHlink"/>
  <p:sldLayoutIdLst>
    <p:sldLayoutId id="2147483659" r:id="rId1"/>
    <p:sldLayoutId id="2147483660"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4"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DF55E107-9A5E-48D5-998E-3EA938F529F7}"/>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3230138047"/>
      </p:ext>
    </p:extLst>
  </p:cSld>
  <p:clrMap bg1="lt1" tx1="dk1" bg2="lt2" tx2="dk2" accent1="accent1" accent2="accent2" accent3="accent3" accent4="accent4" accent5="accent5" accent6="accent6" hlink="hlink" folHlink="folHlink"/>
  <p:sldLayoutIdLst>
    <p:sldLayoutId id="2147483674" r:id="rId1"/>
    <p:sldLayoutId id="2147483675"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1"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D11A5A91-F49C-4574-8091-65E8B7BF2C4D}"/>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3910210801"/>
      </p:ext>
    </p:extLst>
  </p:cSld>
  <p:clrMap bg1="lt1" tx1="dk1" bg2="lt2" tx2="dk2" accent1="accent1" accent2="accent2" accent3="accent3" accent4="accent4" accent5="accent5" accent6="accent6" hlink="hlink" folHlink="folHlink"/>
  <p:sldLayoutIdLst>
    <p:sldLayoutId id="2147483668" r:id="rId1"/>
    <p:sldLayoutId id="2147483669"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1"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43D01357-C561-4209-8F72-C138282932C0}"/>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3822673015"/>
      </p:ext>
    </p:extLst>
  </p:cSld>
  <p:clrMap bg1="lt1" tx1="dk1" bg2="lt2" tx2="dk2" accent1="accent1" accent2="accent2" accent3="accent3" accent4="accent4" accent5="accent5" accent6="accent6" hlink="hlink" folHlink="folHlink"/>
  <p:sldLayoutIdLst>
    <p:sldLayoutId id="2147483662" r:id="rId1"/>
    <p:sldLayoutId id="2147483663"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5553"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622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1272143" y="3667353"/>
            <a:ext cx="27730924" cy="7643858"/>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1274231" y="11820020"/>
            <a:ext cx="27728837" cy="28027478"/>
          </a:xfrm>
          <a:prstGeom prst="rect">
            <a:avLst/>
          </a:prstGeom>
        </p:spPr>
        <p:txBody>
          <a:bodyPr vert="horz" lIns="0" tIns="0" rIns="0" bIns="0" rtlCol="0">
            <a:noAutofit/>
          </a:body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pic>
        <p:nvPicPr>
          <p:cNvPr id="12" name="Grafik 11">
            <a:extLst>
              <a:ext uri="{FF2B5EF4-FFF2-40B4-BE49-F238E27FC236}">
                <a16:creationId xmlns:a16="http://schemas.microsoft.com/office/drawing/2014/main" id="{03826F6B-271F-4F45-83CA-3CA7E3EF24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2145" y="1314416"/>
            <a:ext cx="6371158" cy="1039058"/>
          </a:xfrm>
          <a:prstGeom prst="rect">
            <a:avLst/>
          </a:prstGeom>
        </p:spPr>
      </p:pic>
      <p:sp>
        <p:nvSpPr>
          <p:cNvPr id="6" name="Fußzeilenplatzhalter 4">
            <a:extLst>
              <a:ext uri="{FF2B5EF4-FFF2-40B4-BE49-F238E27FC236}">
                <a16:creationId xmlns:a16="http://schemas.microsoft.com/office/drawing/2014/main" id="{008D0C21-954E-436B-9783-87B68054FE95}"/>
              </a:ext>
            </a:extLst>
          </p:cNvPr>
          <p:cNvSpPr>
            <a:spLocks noGrp="1"/>
          </p:cNvSpPr>
          <p:nvPr>
            <p:ph type="ftr" sz="quarter" idx="3"/>
          </p:nvPr>
        </p:nvSpPr>
        <p:spPr>
          <a:xfrm>
            <a:off x="22681322" y="1176882"/>
            <a:ext cx="6320189" cy="1274384"/>
          </a:xfrm>
          <a:prstGeom prst="rect">
            <a:avLst/>
          </a:prstGeom>
        </p:spPr>
        <p:txBody>
          <a:bodyPr vert="horz" lIns="0" tIns="0" rIns="0" bIns="0" rtlCol="0" anchor="b" anchorCtr="0"/>
          <a:lstStyle>
            <a:lvl1pPr algn="l">
              <a:defRPr sz="4048">
                <a:solidFill>
                  <a:schemeClr val="tx1"/>
                </a:solidFill>
              </a:defRPr>
            </a:lvl1pPr>
          </a:lstStyle>
          <a:p>
            <a:r>
              <a:rPr lang="de-DE" dirty="0"/>
              <a:t>Organisationseinheit verbal </a:t>
            </a:r>
            <a:br>
              <a:rPr lang="de-DE" dirty="0"/>
            </a:br>
            <a:r>
              <a:rPr lang="de-DE" dirty="0"/>
              <a:t>optional auf 2 Zeilen</a:t>
            </a:r>
            <a:endParaRPr lang="en-US" dirty="0"/>
          </a:p>
        </p:txBody>
      </p:sp>
    </p:spTree>
    <p:extLst>
      <p:ext uri="{BB962C8B-B14F-4D97-AF65-F5344CB8AC3E}">
        <p14:creationId xmlns:p14="http://schemas.microsoft.com/office/powerpoint/2010/main" val="3035917154"/>
      </p:ext>
    </p:extLst>
  </p:cSld>
  <p:clrMap bg1="lt1" tx1="dk1" bg2="lt2" tx2="dk2" accent1="accent1" accent2="accent2" accent3="accent3" accent4="accent4" accent5="accent5" accent6="accent6" hlink="hlink" folHlink="folHlink"/>
  <p:sldLayoutIdLst>
    <p:sldLayoutId id="2147483665" r:id="rId1"/>
    <p:sldLayoutId id="2147483666" r:id="rId2"/>
  </p:sldLayoutIdLst>
  <p:hf sldNum="0" hdr="0" dt="0"/>
  <p:txStyles>
    <p:titleStyle>
      <a:lvl1pPr algn="l" defTabSz="1605370" rtl="0" eaLnBrk="1" latinLnBrk="0" hangingPunct="1">
        <a:lnSpc>
          <a:spcPct val="90000"/>
        </a:lnSpc>
        <a:spcBef>
          <a:spcPct val="0"/>
        </a:spcBef>
        <a:buNone/>
        <a:defRPr sz="11324" kern="1200">
          <a:solidFill>
            <a:schemeClr val="tx1"/>
          </a:solidFill>
          <a:latin typeface="+mj-lt"/>
          <a:ea typeface="+mj-ea"/>
          <a:cs typeface="+mj-cs"/>
        </a:defRPr>
      </a:lvl1pPr>
    </p:titleStyle>
    <p:bodyStyle>
      <a:lvl1pPr marL="509598" indent="-509598" algn="l" defTabSz="1605370" rtl="0" eaLnBrk="1" latinLnBrk="0" hangingPunct="1">
        <a:lnSpc>
          <a:spcPts val="4388"/>
        </a:lnSpc>
        <a:spcBef>
          <a:spcPts val="566"/>
        </a:spcBef>
        <a:buFont typeface="Arial" panose="020B0604020202020204" pitchFamily="34" charset="0"/>
        <a:buChar char="•"/>
        <a:defRPr sz="3397" kern="1200">
          <a:solidFill>
            <a:schemeClr val="tx1"/>
          </a:solidFill>
          <a:latin typeface="+mn-lt"/>
          <a:ea typeface="+mn-ea"/>
          <a:cs typeface="+mn-cs"/>
        </a:defRPr>
      </a:lvl1pPr>
      <a:lvl2pPr marL="1019196"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2pPr>
      <a:lvl3pPr marL="1528794"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3pPr>
      <a:lvl4pPr marL="2038392"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4pPr>
      <a:lvl5pPr marL="2547990" indent="-509598" algn="l" defTabSz="1605370" rtl="0" eaLnBrk="1" latinLnBrk="0" hangingPunct="1">
        <a:lnSpc>
          <a:spcPts val="4388"/>
        </a:lnSpc>
        <a:spcBef>
          <a:spcPts val="566"/>
        </a:spcBef>
        <a:buFont typeface="Symbol" panose="05050102010706020507" pitchFamily="18" charset="2"/>
        <a:buChar char="-"/>
        <a:defRPr sz="3397" kern="1200">
          <a:solidFill>
            <a:schemeClr val="tx1"/>
          </a:solidFill>
          <a:latin typeface="+mn-lt"/>
          <a:ea typeface="+mn-ea"/>
          <a:cs typeface="+mn-cs"/>
        </a:defRPr>
      </a:lvl5pPr>
      <a:lvl6pPr marL="4414761"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6pPr>
      <a:lvl7pPr marL="5217446"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7pPr>
      <a:lvl8pPr marL="6020130"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8pPr>
      <a:lvl9pPr marL="6822815" indent="-401342" algn="l" defTabSz="1605370" rtl="0" eaLnBrk="1" latinLnBrk="0" hangingPunct="1">
        <a:lnSpc>
          <a:spcPct val="90000"/>
        </a:lnSpc>
        <a:spcBef>
          <a:spcPts val="878"/>
        </a:spcBef>
        <a:buFont typeface="Arial" panose="020B0604020202020204" pitchFamily="34" charset="0"/>
        <a:buChar char="•"/>
        <a:defRPr sz="3162" kern="1200">
          <a:solidFill>
            <a:schemeClr val="tx1"/>
          </a:solidFill>
          <a:latin typeface="+mn-lt"/>
          <a:ea typeface="+mn-ea"/>
          <a:cs typeface="+mn-cs"/>
        </a:defRPr>
      </a:lvl9pPr>
    </p:bodyStyle>
    <p:otherStyle>
      <a:defPPr>
        <a:defRPr lang="de-DE"/>
      </a:defPPr>
      <a:lvl1pPr marL="0" algn="l" defTabSz="1605370" rtl="0" eaLnBrk="1" latinLnBrk="0" hangingPunct="1">
        <a:defRPr sz="3162" kern="1200">
          <a:solidFill>
            <a:schemeClr val="tx1"/>
          </a:solidFill>
          <a:latin typeface="+mn-lt"/>
          <a:ea typeface="+mn-ea"/>
          <a:cs typeface="+mn-cs"/>
        </a:defRPr>
      </a:lvl1pPr>
      <a:lvl2pPr marL="802685" algn="l" defTabSz="1605370" rtl="0" eaLnBrk="1" latinLnBrk="0" hangingPunct="1">
        <a:defRPr sz="3162" kern="1200">
          <a:solidFill>
            <a:schemeClr val="tx1"/>
          </a:solidFill>
          <a:latin typeface="+mn-lt"/>
          <a:ea typeface="+mn-ea"/>
          <a:cs typeface="+mn-cs"/>
        </a:defRPr>
      </a:lvl2pPr>
      <a:lvl3pPr marL="1605370" algn="l" defTabSz="1605370" rtl="0" eaLnBrk="1" latinLnBrk="0" hangingPunct="1">
        <a:defRPr sz="3162" kern="1200">
          <a:solidFill>
            <a:schemeClr val="tx1"/>
          </a:solidFill>
          <a:latin typeface="+mn-lt"/>
          <a:ea typeface="+mn-ea"/>
          <a:cs typeface="+mn-cs"/>
        </a:defRPr>
      </a:lvl3pPr>
      <a:lvl4pPr marL="2408052" algn="l" defTabSz="1605370" rtl="0" eaLnBrk="1" latinLnBrk="0" hangingPunct="1">
        <a:defRPr sz="3162" kern="1200">
          <a:solidFill>
            <a:schemeClr val="tx1"/>
          </a:solidFill>
          <a:latin typeface="+mn-lt"/>
          <a:ea typeface="+mn-ea"/>
          <a:cs typeface="+mn-cs"/>
        </a:defRPr>
      </a:lvl4pPr>
      <a:lvl5pPr marL="3210736" algn="l" defTabSz="1605370" rtl="0" eaLnBrk="1" latinLnBrk="0" hangingPunct="1">
        <a:defRPr sz="3162" kern="1200">
          <a:solidFill>
            <a:schemeClr val="tx1"/>
          </a:solidFill>
          <a:latin typeface="+mn-lt"/>
          <a:ea typeface="+mn-ea"/>
          <a:cs typeface="+mn-cs"/>
        </a:defRPr>
      </a:lvl5pPr>
      <a:lvl6pPr marL="4013421" algn="l" defTabSz="1605370" rtl="0" eaLnBrk="1" latinLnBrk="0" hangingPunct="1">
        <a:defRPr sz="3162" kern="1200">
          <a:solidFill>
            <a:schemeClr val="tx1"/>
          </a:solidFill>
          <a:latin typeface="+mn-lt"/>
          <a:ea typeface="+mn-ea"/>
          <a:cs typeface="+mn-cs"/>
        </a:defRPr>
      </a:lvl6pPr>
      <a:lvl7pPr marL="4816106" algn="l" defTabSz="1605370" rtl="0" eaLnBrk="1" latinLnBrk="0" hangingPunct="1">
        <a:defRPr sz="3162" kern="1200">
          <a:solidFill>
            <a:schemeClr val="tx1"/>
          </a:solidFill>
          <a:latin typeface="+mn-lt"/>
          <a:ea typeface="+mn-ea"/>
          <a:cs typeface="+mn-cs"/>
        </a:defRPr>
      </a:lvl7pPr>
      <a:lvl8pPr marL="5618788" algn="l" defTabSz="1605370" rtl="0" eaLnBrk="1" latinLnBrk="0" hangingPunct="1">
        <a:defRPr sz="3162" kern="1200">
          <a:solidFill>
            <a:schemeClr val="tx1"/>
          </a:solidFill>
          <a:latin typeface="+mn-lt"/>
          <a:ea typeface="+mn-ea"/>
          <a:cs typeface="+mn-cs"/>
        </a:defRPr>
      </a:lvl8pPr>
      <a:lvl9pPr marL="6421473" algn="l" defTabSz="1605370" rtl="0" eaLnBrk="1" latinLnBrk="0" hangingPunct="1">
        <a:defRPr sz="3162" kern="1200">
          <a:solidFill>
            <a:schemeClr val="tx1"/>
          </a:solidFill>
          <a:latin typeface="+mn-lt"/>
          <a:ea typeface="+mn-ea"/>
          <a:cs typeface="+mn-cs"/>
        </a:defRPr>
      </a:lvl9pPr>
    </p:otherStyle>
  </p:txStyles>
  <p:extLst>
    <p:ext uri="{27BBF7A9-308A-43DC-89C8-2F10F3537804}">
      <p15:sldGuideLst xmlns:p15="http://schemas.microsoft.com/office/powerpoint/2012/main">
        <p15:guide id="2" pos="801" userDrawn="1">
          <p15:clr>
            <a:srgbClr val="F26B43"/>
          </p15:clr>
        </p15:guide>
        <p15:guide id="3" pos="18270" userDrawn="1">
          <p15:clr>
            <a:srgbClr val="F26B43"/>
          </p15:clr>
        </p15:guide>
        <p15:guide id="4" orient="horz" pos="2310" userDrawn="1">
          <p15:clr>
            <a:srgbClr val="F26B43"/>
          </p15:clr>
        </p15:guide>
        <p15:guide id="6" orient="horz" pos="26221" userDrawn="1">
          <p15:clr>
            <a:srgbClr val="F26B43"/>
          </p15:clr>
        </p15:guide>
        <p15:guide id="8" orient="horz" pos="25103" userDrawn="1">
          <p15:clr>
            <a:srgbClr val="F26B43"/>
          </p15:clr>
        </p15:guide>
        <p15:guide id="10" pos="9729" userDrawn="1">
          <p15:clr>
            <a:srgbClr val="F26B43"/>
          </p15:clr>
        </p15:guide>
        <p15:guide id="11" pos="9342" userDrawn="1">
          <p15:clr>
            <a:srgbClr val="F26B43"/>
          </p15:clr>
        </p15:guide>
        <p15:guide id="12" orient="horz" pos="1475" userDrawn="1">
          <p15:clr>
            <a:srgbClr val="F26B43"/>
          </p15:clr>
        </p15:guide>
        <p15:guide id="13" orient="horz" pos="832" userDrawn="1">
          <p15:clr>
            <a:srgbClr val="F26B43"/>
          </p15:clr>
        </p15:guide>
        <p15:guide id="14" orient="horz" pos="25553"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png"/><Relationship Id="rId3" Type="http://schemas.openxmlformats.org/officeDocument/2006/relationships/image" Target="../media/image4.emf"/><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jp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43FA9CF-1F58-4D1D-BF79-77C4A1B338E2}"/>
              </a:ext>
            </a:extLst>
          </p:cNvPr>
          <p:cNvSpPr/>
          <p:nvPr/>
        </p:nvSpPr>
        <p:spPr>
          <a:xfrm>
            <a:off x="1270618" y="40312604"/>
            <a:ext cx="5075824" cy="205820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H" sz="14427" dirty="0"/>
          </a:p>
        </p:txBody>
      </p:sp>
      <p:sp>
        <p:nvSpPr>
          <p:cNvPr id="11" name="Textfeld 10">
            <a:extLst>
              <a:ext uri="{FF2B5EF4-FFF2-40B4-BE49-F238E27FC236}">
                <a16:creationId xmlns:a16="http://schemas.microsoft.com/office/drawing/2014/main" id="{8DB891BA-64C1-47DD-9FAA-BB9AF059A154}"/>
              </a:ext>
            </a:extLst>
          </p:cNvPr>
          <p:cNvSpPr txBox="1"/>
          <p:nvPr/>
        </p:nvSpPr>
        <p:spPr>
          <a:xfrm>
            <a:off x="15485547" y="12637541"/>
            <a:ext cx="13988056" cy="18589465"/>
          </a:xfrm>
          <a:prstGeom prst="rect">
            <a:avLst/>
          </a:prstGeom>
          <a:solidFill>
            <a:schemeClr val="bg2">
              <a:lumMod val="95000"/>
            </a:schemeClr>
          </a:solidFill>
        </p:spPr>
        <p:txBody>
          <a:bodyPr wrap="square" lIns="509591" tIns="509591" rIns="509591" bIns="509591" rtlCol="0">
            <a:noAutofit/>
          </a:bodyPr>
          <a:lstStyle/>
          <a:p>
            <a:pPr>
              <a:spcAft>
                <a:spcPts val="1699"/>
              </a:spcAft>
            </a:pPr>
            <a:endParaRPr lang="en-US" sz="3100" dirty="0"/>
          </a:p>
        </p:txBody>
      </p:sp>
      <p:sp>
        <p:nvSpPr>
          <p:cNvPr id="19" name="Textfeld 18">
            <a:extLst>
              <a:ext uri="{FF2B5EF4-FFF2-40B4-BE49-F238E27FC236}">
                <a16:creationId xmlns:a16="http://schemas.microsoft.com/office/drawing/2014/main" id="{BE2192F5-5947-48B4-B856-CE73794BBCC5}"/>
              </a:ext>
            </a:extLst>
          </p:cNvPr>
          <p:cNvSpPr txBox="1"/>
          <p:nvPr/>
        </p:nvSpPr>
        <p:spPr>
          <a:xfrm>
            <a:off x="15438669" y="38404800"/>
            <a:ext cx="13555108" cy="1583542"/>
          </a:xfrm>
          <a:prstGeom prst="rect">
            <a:avLst/>
          </a:prstGeom>
          <a:solidFill>
            <a:schemeClr val="bg2">
              <a:lumMod val="95000"/>
            </a:schemeClr>
          </a:solidFill>
        </p:spPr>
        <p:txBody>
          <a:bodyPr wrap="square" lIns="509591" tIns="509591" rIns="509591" bIns="509591" rtlCol="0">
            <a:noAutofit/>
          </a:bodyPr>
          <a:lstStyle/>
          <a:p>
            <a:pPr>
              <a:spcAft>
                <a:spcPts val="849"/>
              </a:spcAft>
            </a:pPr>
            <a:r>
              <a:rPr lang="de-DE" sz="2000" dirty="0"/>
              <a:t>[1] https://github.com/CAHLR/pyBKT-examples </a:t>
            </a:r>
          </a:p>
          <a:p>
            <a:pPr>
              <a:spcAft>
                <a:spcPts val="849"/>
              </a:spcAft>
            </a:pPr>
            <a:r>
              <a:rPr lang="de-DE" sz="2000" dirty="0"/>
              <a:t>[2] https://school.alemira.com/de/calcularis/</a:t>
            </a:r>
          </a:p>
        </p:txBody>
      </p:sp>
      <p:sp>
        <p:nvSpPr>
          <p:cNvPr id="35" name="Textfeld 12">
            <a:extLst>
              <a:ext uri="{FF2B5EF4-FFF2-40B4-BE49-F238E27FC236}">
                <a16:creationId xmlns:a16="http://schemas.microsoft.com/office/drawing/2014/main" id="{17384B3A-FAFC-4624-9C9A-5705F36E5E5E}"/>
              </a:ext>
            </a:extLst>
          </p:cNvPr>
          <p:cNvSpPr txBox="1"/>
          <p:nvPr/>
        </p:nvSpPr>
        <p:spPr>
          <a:xfrm>
            <a:off x="975849" y="20664554"/>
            <a:ext cx="13885640" cy="19323788"/>
          </a:xfrm>
          <a:prstGeom prst="rect">
            <a:avLst/>
          </a:prstGeom>
          <a:solidFill>
            <a:schemeClr val="accent6"/>
          </a:solidFill>
        </p:spPr>
        <p:txBody>
          <a:bodyPr wrap="square" lIns="509591" tIns="509591" rIns="509591" bIns="509591" rtlCol="0">
            <a:noAutofit/>
          </a:bodyPr>
          <a:lstStyle/>
          <a:p>
            <a:pPr>
              <a:spcAft>
                <a:spcPts val="1699"/>
              </a:spcAft>
            </a:pPr>
            <a:r>
              <a:rPr lang="en-US" sz="4400" dirty="0"/>
              <a:t>Dataset</a:t>
            </a:r>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endParaRPr lang="en-US" sz="4400" dirty="0"/>
          </a:p>
          <a:p>
            <a:pPr>
              <a:spcAft>
                <a:spcPts val="1699"/>
              </a:spcAft>
            </a:pPr>
            <a:r>
              <a:rPr lang="en-US" sz="4400" dirty="0"/>
              <a:t>Model Architecture</a:t>
            </a:r>
          </a:p>
          <a:p>
            <a:pPr marL="0" marR="0" lvl="0" indent="0" algn="l" defTabSz="2588614" rtl="0" eaLnBrk="1" fontAlgn="auto" latinLnBrk="0" hangingPunct="1">
              <a:lnSpc>
                <a:spcPct val="100000"/>
              </a:lnSpc>
              <a:spcBef>
                <a:spcPts val="0"/>
              </a:spcBef>
              <a:spcAft>
                <a:spcPts val="1699"/>
              </a:spcAft>
              <a:buClrTx/>
              <a:buSzTx/>
              <a:buFontTx/>
              <a:buNone/>
              <a:tabLst/>
              <a:defRPr/>
            </a:pPr>
            <a:r>
              <a:rPr lang="en-US" sz="2800" dirty="0">
                <a:solidFill>
                  <a:prstClr val="black"/>
                </a:solidFill>
                <a:latin typeface="Arial"/>
              </a:rPr>
              <a:t>A</a:t>
            </a:r>
            <a:r>
              <a:rPr kumimoji="0" lang="en-US" sz="2800" b="0" i="0" u="none" strike="noStrike" kern="1200" cap="none" spc="0" normalizeH="0" baseline="0" noProof="0" dirty="0">
                <a:ln>
                  <a:noFill/>
                </a:ln>
                <a:solidFill>
                  <a:prstClr val="black"/>
                </a:solidFill>
                <a:effectLst/>
                <a:uLnTx/>
                <a:uFillTx/>
                <a:latin typeface="Arial"/>
                <a:ea typeface="+mn-ea"/>
                <a:cs typeface="+mn-cs"/>
              </a:rPr>
              <a:t>: Predictive modeling: Used a multi-learn </a:t>
            </a:r>
            <a:r>
              <a:rPr kumimoji="0" lang="en-US" sz="2800" b="0" i="0" u="none" strike="noStrike" kern="1200" cap="none" spc="0" normalizeH="0" baseline="0" noProof="0" dirty="0" err="1">
                <a:ln>
                  <a:noFill/>
                </a:ln>
                <a:solidFill>
                  <a:prstClr val="black"/>
                </a:solidFill>
                <a:effectLst/>
                <a:uLnTx/>
                <a:uFillTx/>
                <a:latin typeface="Arial"/>
                <a:ea typeface="+mn-ea"/>
                <a:cs typeface="+mn-cs"/>
              </a:rPr>
              <a:t>user_id</a:t>
            </a:r>
            <a:r>
              <a:rPr kumimoji="0" lang="en-US" sz="2800" b="0" i="0" u="none" strike="noStrike" kern="1200" cap="none" spc="0" normalizeH="0" baseline="0" noProof="0" dirty="0">
                <a:ln>
                  <a:noFill/>
                </a:ln>
                <a:solidFill>
                  <a:prstClr val="black"/>
                </a:solidFill>
                <a:effectLst/>
                <a:uLnTx/>
                <a:uFillTx/>
                <a:latin typeface="Arial"/>
                <a:ea typeface="+mn-ea"/>
                <a:cs typeface="+mn-cs"/>
              </a:rPr>
              <a:t> Bayesian knowledge tracing model to predict user performance on different skills. </a:t>
            </a:r>
            <a:endParaRPr lang="en-US" sz="4400" dirty="0"/>
          </a:p>
          <a:p>
            <a:pPr>
              <a:spcAft>
                <a:spcPts val="1699"/>
              </a:spcAft>
            </a:pPr>
            <a:r>
              <a:rPr lang="en-US" sz="2800" dirty="0"/>
              <a:t> B:  Inferential analysis: Enhancing data with </a:t>
            </a:r>
            <a:r>
              <a:rPr lang="en-US" sz="2800" dirty="0" err="1"/>
              <a:t>free_training_time</a:t>
            </a:r>
            <a:r>
              <a:rPr lang="en-US" sz="2800" dirty="0"/>
              <a:t>,  we used logistic regression and K-nearest neighbors to perform fair propensity score matching on similar users and compare their performance.</a:t>
            </a:r>
          </a:p>
          <a:p>
            <a:pPr>
              <a:spcAft>
                <a:spcPts val="1699"/>
              </a:spcAft>
            </a:pPr>
            <a:r>
              <a:rPr lang="en-US" sz="2800" dirty="0"/>
              <a:t> </a:t>
            </a:r>
            <a:endParaRPr lang="en-US" sz="3100" dirty="0"/>
          </a:p>
          <a:p>
            <a:pPr>
              <a:spcAft>
                <a:spcPts val="1699"/>
              </a:spcAft>
            </a:pPr>
            <a:endParaRPr lang="en-US" sz="3100" dirty="0"/>
          </a:p>
          <a:p>
            <a:pPr>
              <a:spcAft>
                <a:spcPts val="1699"/>
              </a:spcAft>
            </a:pPr>
            <a:endParaRPr lang="en-US" sz="3100" dirty="0"/>
          </a:p>
          <a:p>
            <a:pPr>
              <a:spcAft>
                <a:spcPts val="1699"/>
              </a:spcAft>
            </a:pPr>
            <a:endParaRPr lang="en-US" sz="3100" dirty="0"/>
          </a:p>
          <a:p>
            <a:pPr>
              <a:spcAft>
                <a:spcPts val="1699"/>
              </a:spcAft>
            </a:pPr>
            <a:endParaRPr lang="en-US" sz="3100" dirty="0"/>
          </a:p>
          <a:p>
            <a:pPr>
              <a:spcAft>
                <a:spcPts val="1699"/>
              </a:spcAft>
            </a:pPr>
            <a:endParaRPr lang="en-US" sz="3100" dirty="0"/>
          </a:p>
        </p:txBody>
      </p:sp>
      <p:sp>
        <p:nvSpPr>
          <p:cNvPr id="7" name="Textfeld 6">
            <a:extLst>
              <a:ext uri="{FF2B5EF4-FFF2-40B4-BE49-F238E27FC236}">
                <a16:creationId xmlns:a16="http://schemas.microsoft.com/office/drawing/2014/main" id="{817DA120-B4C8-45E1-9AFC-01FF61FE9131}"/>
              </a:ext>
            </a:extLst>
          </p:cNvPr>
          <p:cNvSpPr txBox="1"/>
          <p:nvPr/>
        </p:nvSpPr>
        <p:spPr>
          <a:xfrm>
            <a:off x="801610" y="12732191"/>
            <a:ext cx="13555108" cy="6292169"/>
          </a:xfrm>
          <a:prstGeom prst="rect">
            <a:avLst/>
          </a:prstGeom>
          <a:solidFill>
            <a:schemeClr val="accent5"/>
          </a:solidFill>
        </p:spPr>
        <p:txBody>
          <a:bodyPr wrap="square" lIns="509591" tIns="509591" rIns="509591" bIns="509591" rtlCol="0">
            <a:noAutofit/>
          </a:bodyPr>
          <a:lstStyle/>
          <a:p>
            <a:pPr algn="just">
              <a:spcAft>
                <a:spcPts val="1699"/>
              </a:spcAft>
            </a:pPr>
            <a:r>
              <a:rPr lang="en-US" sz="2800" b="1" dirty="0"/>
              <a:t>This report provides a comprehensive analysis of the </a:t>
            </a:r>
            <a:r>
              <a:rPr lang="en-US" sz="2800" b="1" dirty="0" err="1"/>
              <a:t>calcularis</a:t>
            </a:r>
            <a:r>
              <a:rPr lang="en-US" sz="2800" b="1" dirty="0"/>
              <a:t> dataset, aiming to gain insights into the effectiveness of the </a:t>
            </a:r>
            <a:r>
              <a:rPr lang="en-US" sz="2800" b="1" dirty="0" err="1"/>
              <a:t>calcularis</a:t>
            </a:r>
            <a:r>
              <a:rPr lang="en-US" sz="2800" b="1" dirty="0"/>
              <a:t> program and explore predictive models for user performance. The analysis addresses two research questions: performance prediction and performance comparison. The first question focuses on developing predictive models to forecast user performance across various skills, allowing for personalized recommendations. The second question investigates the impact of free training on student performance through propensity score matching, comparing outcomes between users who utilize free training and those who do not. These analyses provide valuable insights into the effectiveness of the free training feature and its influence on student achievement.</a:t>
            </a:r>
          </a:p>
        </p:txBody>
      </p:sp>
      <p:sp>
        <p:nvSpPr>
          <p:cNvPr id="3" name="Textplatzhalter 2">
            <a:extLst>
              <a:ext uri="{FF2B5EF4-FFF2-40B4-BE49-F238E27FC236}">
                <a16:creationId xmlns:a16="http://schemas.microsoft.com/office/drawing/2014/main" id="{498A326D-5459-448C-A1DA-1837E53120CD}"/>
              </a:ext>
            </a:extLst>
          </p:cNvPr>
          <p:cNvSpPr>
            <a:spLocks noGrp="1"/>
          </p:cNvSpPr>
          <p:nvPr>
            <p:ph type="body" sz="quarter" idx="11"/>
          </p:nvPr>
        </p:nvSpPr>
        <p:spPr>
          <a:solidFill>
            <a:srgbClr val="C00000"/>
          </a:solidFill>
        </p:spPr>
        <p:txBody>
          <a:bodyPr lIns="720000" tIns="720000" rIns="720000" bIns="720000"/>
          <a:lstStyle/>
          <a:p>
            <a:r>
              <a:rPr lang="en-US" sz="9600" b="1" dirty="0"/>
              <a:t>Calcularis user performance analysis</a:t>
            </a:r>
            <a:endParaRPr lang="en-US" sz="13800" b="1" dirty="0"/>
          </a:p>
          <a:p>
            <a:pPr lvl="1"/>
            <a:endParaRPr lang="en-US" sz="3114" dirty="0"/>
          </a:p>
          <a:p>
            <a:pPr lvl="1"/>
            <a:endParaRPr lang="en-US" sz="3114" dirty="0"/>
          </a:p>
          <a:p>
            <a:pPr lvl="1"/>
            <a:r>
              <a:rPr lang="en-US" sz="4800" baseline="30000" dirty="0">
                <a:ea typeface="+mn-lt"/>
                <a:cs typeface="+mn-lt"/>
              </a:rPr>
              <a:t>Authors :  	</a:t>
            </a:r>
            <a:r>
              <a:rPr lang="en-US" sz="4800" baseline="30000" dirty="0" err="1">
                <a:ea typeface="+mn-lt"/>
                <a:cs typeface="+mn-lt"/>
              </a:rPr>
              <a:t>LeuRah</a:t>
            </a:r>
            <a:endParaRPr lang="en-US" sz="4800" baseline="30000" dirty="0">
              <a:ea typeface="+mn-lt"/>
              <a:cs typeface="+mn-lt"/>
            </a:endParaRPr>
          </a:p>
          <a:p>
            <a:pPr lvl="1"/>
            <a:r>
              <a:rPr lang="en-US" sz="4800" baseline="30000" dirty="0">
                <a:ea typeface="+mn-lt"/>
                <a:cs typeface="+mn-lt"/>
              </a:rPr>
              <a:t>Aouame Mohamed Yassine – Youssef El </a:t>
            </a:r>
            <a:r>
              <a:rPr lang="en-US" sz="4800" baseline="30000" dirty="0" err="1">
                <a:ea typeface="+mn-lt"/>
                <a:cs typeface="+mn-lt"/>
              </a:rPr>
              <a:t>Ouazzani</a:t>
            </a:r>
            <a:r>
              <a:rPr lang="en-US" sz="4800" baseline="30000" dirty="0">
                <a:ea typeface="+mn-lt"/>
                <a:cs typeface="+mn-lt"/>
              </a:rPr>
              <a:t> - Mohamed </a:t>
            </a:r>
            <a:r>
              <a:rPr lang="en-US" sz="4800" baseline="30000" dirty="0" err="1">
                <a:ea typeface="+mn-lt"/>
                <a:cs typeface="+mn-lt"/>
              </a:rPr>
              <a:t>Badr</a:t>
            </a:r>
            <a:r>
              <a:rPr lang="en-US" sz="4800" baseline="30000" dirty="0">
                <a:ea typeface="+mn-lt"/>
                <a:cs typeface="+mn-lt"/>
              </a:rPr>
              <a:t> </a:t>
            </a:r>
            <a:r>
              <a:rPr lang="en-US" sz="4800" baseline="30000" dirty="0" err="1">
                <a:ea typeface="+mn-lt"/>
                <a:cs typeface="+mn-lt"/>
              </a:rPr>
              <a:t>Taddist</a:t>
            </a:r>
            <a:r>
              <a:rPr lang="en-US" sz="4800" baseline="30000" dirty="0">
                <a:ea typeface="+mn-lt"/>
                <a:cs typeface="+mn-lt"/>
              </a:rPr>
              <a:t> </a:t>
            </a:r>
          </a:p>
          <a:p>
            <a:pPr lvl="1"/>
            <a:endParaRPr lang="en-US" sz="4000" dirty="0">
              <a:ea typeface="+mn-lt"/>
              <a:cs typeface="+mn-lt"/>
            </a:endParaRPr>
          </a:p>
          <a:p>
            <a:pPr lvl="1"/>
            <a:r>
              <a:rPr lang="en-US" sz="4800" dirty="0"/>
              <a:t>Machine Learning for Behavioral Data (MLBD) Course, EPFL, 2022</a:t>
            </a:r>
          </a:p>
        </p:txBody>
      </p:sp>
      <p:sp>
        <p:nvSpPr>
          <p:cNvPr id="22" name="Fußzeilenplatzhalter 21">
            <a:extLst>
              <a:ext uri="{FF2B5EF4-FFF2-40B4-BE49-F238E27FC236}">
                <a16:creationId xmlns:a16="http://schemas.microsoft.com/office/drawing/2014/main" id="{29F7A211-0539-4EA7-9D38-8E4F5A4854B4}"/>
              </a:ext>
            </a:extLst>
          </p:cNvPr>
          <p:cNvSpPr>
            <a:spLocks noGrp="1"/>
          </p:cNvSpPr>
          <p:nvPr>
            <p:ph type="ftr" sz="quarter" idx="20"/>
          </p:nvPr>
        </p:nvSpPr>
        <p:spPr>
          <a:xfrm>
            <a:off x="13398740" y="1419184"/>
            <a:ext cx="15599995" cy="1163834"/>
          </a:xfrm>
        </p:spPr>
        <p:txBody>
          <a:bodyPr/>
          <a:lstStyle/>
          <a:p>
            <a:pPr algn="r"/>
            <a:r>
              <a:rPr lang="en-US" sz="4400" dirty="0"/>
              <a:t>Machine Learning for Education Laboratory</a:t>
            </a:r>
          </a:p>
          <a:p>
            <a:pPr algn="r"/>
            <a:r>
              <a:rPr lang="en-US" sz="5400" b="1" dirty="0"/>
              <a:t>ML4ED</a:t>
            </a:r>
            <a:endParaRPr lang="en-US" b="1" noProof="0" dirty="0"/>
          </a:p>
        </p:txBody>
      </p:sp>
      <p:sp>
        <p:nvSpPr>
          <p:cNvPr id="13" name="Textfeld 12">
            <a:extLst>
              <a:ext uri="{FF2B5EF4-FFF2-40B4-BE49-F238E27FC236}">
                <a16:creationId xmlns:a16="http://schemas.microsoft.com/office/drawing/2014/main" id="{C7C04B1D-DC34-4E60-B6E3-5EFA9E0D3DD2}"/>
              </a:ext>
            </a:extLst>
          </p:cNvPr>
          <p:cNvSpPr txBox="1"/>
          <p:nvPr/>
        </p:nvSpPr>
        <p:spPr>
          <a:xfrm>
            <a:off x="15476956" y="32129059"/>
            <a:ext cx="13710851" cy="6121798"/>
          </a:xfrm>
          <a:prstGeom prst="rect">
            <a:avLst/>
          </a:prstGeom>
          <a:solidFill>
            <a:schemeClr val="accent5"/>
          </a:solidFill>
        </p:spPr>
        <p:txBody>
          <a:bodyPr wrap="square" lIns="509591" tIns="509591" rIns="509591" bIns="509591" rtlCol="0">
            <a:noAutofit/>
          </a:bodyPr>
          <a:lstStyle/>
          <a:p>
            <a:pPr>
              <a:spcAft>
                <a:spcPts val="1699"/>
              </a:spcAft>
            </a:pPr>
            <a:r>
              <a:rPr lang="en-US" sz="3200" dirty="0"/>
              <a:t>In conclusion, the analysis of the </a:t>
            </a:r>
            <a:r>
              <a:rPr lang="en-US" sz="3200" dirty="0" err="1"/>
              <a:t>Calcularis</a:t>
            </a:r>
            <a:r>
              <a:rPr lang="en-US" sz="3200" dirty="0"/>
              <a:t> dataset provided valuable insights into user performance and the impact of free training. The Bayesian Knowledge Tracing (BKT) models effectively predicted user performance, enabling personalized recommendations for students. Users who utilized free training showed significantly higher performance, emphasizing its effectiveness in enhancing student achievement. These findings have implications for personalized learning and highlight the importance of additional resources. Continuous analysis and improvement can further enhance the </a:t>
            </a:r>
            <a:r>
              <a:rPr lang="en-US" sz="3200" dirty="0" err="1"/>
              <a:t>Calcularis</a:t>
            </a:r>
            <a:r>
              <a:rPr lang="en-US" sz="3200" dirty="0"/>
              <a:t> program and provide a more impactful learning experience for students.</a:t>
            </a:r>
          </a:p>
        </p:txBody>
      </p:sp>
      <p:sp>
        <p:nvSpPr>
          <p:cNvPr id="15" name="Textfeld 14">
            <a:extLst>
              <a:ext uri="{FF2B5EF4-FFF2-40B4-BE49-F238E27FC236}">
                <a16:creationId xmlns:a16="http://schemas.microsoft.com/office/drawing/2014/main" id="{E3E7D849-0817-4B0F-9763-641771A2054A}"/>
              </a:ext>
            </a:extLst>
          </p:cNvPr>
          <p:cNvSpPr txBox="1"/>
          <p:nvPr/>
        </p:nvSpPr>
        <p:spPr>
          <a:xfrm>
            <a:off x="15441534" y="11822499"/>
            <a:ext cx="13555108" cy="815345"/>
          </a:xfrm>
          <a:prstGeom prst="rect">
            <a:avLst/>
          </a:prstGeom>
          <a:noFill/>
        </p:spPr>
        <p:txBody>
          <a:bodyPr wrap="square" lIns="0" tIns="0" rIns="0" bIns="0" rtlCol="0">
            <a:noAutofit/>
          </a:bodyPr>
          <a:lstStyle/>
          <a:p>
            <a:pPr>
              <a:lnSpc>
                <a:spcPts val="4388"/>
              </a:lnSpc>
              <a:spcBef>
                <a:spcPts val="566"/>
              </a:spcBef>
            </a:pPr>
            <a:r>
              <a:rPr lang="en-US" sz="4530" b="1" dirty="0">
                <a:solidFill>
                  <a:schemeClr val="accent1"/>
                </a:solidFill>
              </a:rPr>
              <a:t>3 RESULTS</a:t>
            </a:r>
          </a:p>
        </p:txBody>
      </p:sp>
      <p:sp>
        <p:nvSpPr>
          <p:cNvPr id="16" name="Textfeld 15">
            <a:extLst>
              <a:ext uri="{FF2B5EF4-FFF2-40B4-BE49-F238E27FC236}">
                <a16:creationId xmlns:a16="http://schemas.microsoft.com/office/drawing/2014/main" id="{3F1E786A-1735-4425-99CD-33A905F77F28}"/>
              </a:ext>
            </a:extLst>
          </p:cNvPr>
          <p:cNvSpPr txBox="1"/>
          <p:nvPr/>
        </p:nvSpPr>
        <p:spPr>
          <a:xfrm>
            <a:off x="15463716" y="31326986"/>
            <a:ext cx="13553658" cy="815345"/>
          </a:xfrm>
          <a:prstGeom prst="rect">
            <a:avLst/>
          </a:prstGeom>
          <a:noFill/>
        </p:spPr>
        <p:txBody>
          <a:bodyPr wrap="square" lIns="0" tIns="0" rIns="0" bIns="0" rtlCol="0">
            <a:noAutofit/>
          </a:bodyPr>
          <a:lstStyle/>
          <a:p>
            <a:pPr>
              <a:lnSpc>
                <a:spcPts val="4388"/>
              </a:lnSpc>
              <a:spcBef>
                <a:spcPts val="566"/>
              </a:spcBef>
            </a:pPr>
            <a:r>
              <a:rPr lang="en-US" sz="4530" b="1" dirty="0">
                <a:solidFill>
                  <a:schemeClr val="accent1"/>
                </a:solidFill>
              </a:rPr>
              <a:t>4 CONCLUSION</a:t>
            </a:r>
          </a:p>
        </p:txBody>
      </p:sp>
      <p:sp>
        <p:nvSpPr>
          <p:cNvPr id="17" name="Textfeld 16">
            <a:extLst>
              <a:ext uri="{FF2B5EF4-FFF2-40B4-BE49-F238E27FC236}">
                <a16:creationId xmlns:a16="http://schemas.microsoft.com/office/drawing/2014/main" id="{380F8438-A7AA-47F0-AE8C-1C69AF9F2031}"/>
              </a:ext>
            </a:extLst>
          </p:cNvPr>
          <p:cNvSpPr txBox="1"/>
          <p:nvPr/>
        </p:nvSpPr>
        <p:spPr>
          <a:xfrm>
            <a:off x="1274924" y="19754862"/>
            <a:ext cx="13555108" cy="815345"/>
          </a:xfrm>
          <a:prstGeom prst="rect">
            <a:avLst/>
          </a:prstGeom>
          <a:noFill/>
        </p:spPr>
        <p:txBody>
          <a:bodyPr wrap="square" lIns="0" tIns="0" rIns="0" bIns="0" rtlCol="0">
            <a:noAutofit/>
          </a:bodyPr>
          <a:lstStyle/>
          <a:p>
            <a:pPr>
              <a:lnSpc>
                <a:spcPts val="4388"/>
              </a:lnSpc>
              <a:spcBef>
                <a:spcPts val="566"/>
              </a:spcBef>
            </a:pPr>
            <a:r>
              <a:rPr lang="en-US" sz="4530" b="1" dirty="0">
                <a:solidFill>
                  <a:schemeClr val="accent1"/>
                </a:solidFill>
              </a:rPr>
              <a:t>2 METHODOLOGY</a:t>
            </a:r>
          </a:p>
        </p:txBody>
      </p:sp>
      <p:sp>
        <p:nvSpPr>
          <p:cNvPr id="18" name="Textfeld 17">
            <a:extLst>
              <a:ext uri="{FF2B5EF4-FFF2-40B4-BE49-F238E27FC236}">
                <a16:creationId xmlns:a16="http://schemas.microsoft.com/office/drawing/2014/main" id="{ACEFA9A8-BB0B-4C0D-B4D7-F65E05300C07}"/>
              </a:ext>
            </a:extLst>
          </p:cNvPr>
          <p:cNvSpPr txBox="1"/>
          <p:nvPr/>
        </p:nvSpPr>
        <p:spPr>
          <a:xfrm>
            <a:off x="15923242" y="38361341"/>
            <a:ext cx="13555108" cy="713427"/>
          </a:xfrm>
          <a:prstGeom prst="rect">
            <a:avLst/>
          </a:prstGeom>
          <a:noFill/>
        </p:spPr>
        <p:txBody>
          <a:bodyPr wrap="square" lIns="0" tIns="0" rIns="0" bIns="0" rtlCol="0">
            <a:noAutofit/>
          </a:bodyPr>
          <a:lstStyle/>
          <a:p>
            <a:pPr>
              <a:lnSpc>
                <a:spcPts val="4388"/>
              </a:lnSpc>
              <a:spcBef>
                <a:spcPts val="566"/>
              </a:spcBef>
            </a:pPr>
            <a:r>
              <a:rPr lang="en-US" sz="3397" b="1" dirty="0">
                <a:solidFill>
                  <a:schemeClr val="accent1"/>
                </a:solidFill>
              </a:rPr>
              <a:t>REFERENCES</a:t>
            </a:r>
          </a:p>
        </p:txBody>
      </p:sp>
      <p:sp>
        <p:nvSpPr>
          <p:cNvPr id="64" name="Textfeld 63">
            <a:extLst>
              <a:ext uri="{FF2B5EF4-FFF2-40B4-BE49-F238E27FC236}">
                <a16:creationId xmlns:a16="http://schemas.microsoft.com/office/drawing/2014/main" id="{16F2F553-33F3-48C6-BF49-80A678D93FBD}"/>
              </a:ext>
            </a:extLst>
          </p:cNvPr>
          <p:cNvSpPr txBox="1"/>
          <p:nvPr/>
        </p:nvSpPr>
        <p:spPr>
          <a:xfrm>
            <a:off x="1274924" y="11822499"/>
            <a:ext cx="13555108" cy="815345"/>
          </a:xfrm>
          <a:prstGeom prst="rect">
            <a:avLst/>
          </a:prstGeom>
          <a:noFill/>
        </p:spPr>
        <p:txBody>
          <a:bodyPr wrap="square" lIns="0" tIns="0" rIns="0" bIns="0" rtlCol="0">
            <a:noAutofit/>
          </a:bodyPr>
          <a:lstStyle/>
          <a:p>
            <a:pPr>
              <a:lnSpc>
                <a:spcPts val="4388"/>
              </a:lnSpc>
              <a:spcBef>
                <a:spcPts val="566"/>
              </a:spcBef>
            </a:pPr>
            <a:r>
              <a:rPr lang="en-US" sz="4530" b="1" dirty="0">
                <a:solidFill>
                  <a:schemeClr val="accent1"/>
                </a:solidFill>
              </a:rPr>
              <a:t>1 INTRODUCTION + RESEARCH QUESTION</a:t>
            </a:r>
          </a:p>
        </p:txBody>
      </p:sp>
      <p:pic>
        <p:nvPicPr>
          <p:cNvPr id="40" name="Picture 39">
            <a:extLst>
              <a:ext uri="{FF2B5EF4-FFF2-40B4-BE49-F238E27FC236}">
                <a16:creationId xmlns:a16="http://schemas.microsoft.com/office/drawing/2014/main" id="{903EE618-C744-40AA-BCFD-4FA8AE309261}"/>
              </a:ext>
            </a:extLst>
          </p:cNvPr>
          <p:cNvPicPr>
            <a:picLocks noChangeAspect="1"/>
          </p:cNvPicPr>
          <p:nvPr/>
        </p:nvPicPr>
        <p:blipFill>
          <a:blip r:embed="rId2"/>
          <a:stretch>
            <a:fillRect/>
          </a:stretch>
        </p:blipFill>
        <p:spPr>
          <a:xfrm>
            <a:off x="975849" y="628206"/>
            <a:ext cx="6840078" cy="2462426"/>
          </a:xfrm>
          <a:prstGeom prst="rect">
            <a:avLst/>
          </a:prstGeom>
        </p:spPr>
      </p:pic>
      <p:pic>
        <p:nvPicPr>
          <p:cNvPr id="54" name="Image 5">
            <a:extLst>
              <a:ext uri="{FF2B5EF4-FFF2-40B4-BE49-F238E27FC236}">
                <a16:creationId xmlns:a16="http://schemas.microsoft.com/office/drawing/2014/main" id="{ADB1222E-1685-457B-B55A-CAF7E576AD5F}"/>
              </a:ext>
            </a:extLst>
          </p:cNvPr>
          <p:cNvPicPr/>
          <p:nvPr/>
        </p:nvPicPr>
        <p:blipFill rotWithShape="1">
          <a:blip r:embed="rId3">
            <a:extLst>
              <a:ext uri="{28A0092B-C50C-407E-A947-70E740481C1C}">
                <a14:useLocalDpi xmlns:a14="http://schemas.microsoft.com/office/drawing/2010/main" val="0"/>
              </a:ext>
            </a:extLst>
          </a:blip>
          <a:srcRect l="11251" t="23590" r="23072" b="22867"/>
          <a:stretch/>
        </p:blipFill>
        <p:spPr>
          <a:xfrm>
            <a:off x="1270618" y="40370326"/>
            <a:ext cx="2676598" cy="1729741"/>
          </a:xfrm>
          <a:prstGeom prst="rect">
            <a:avLst/>
          </a:prstGeom>
        </p:spPr>
      </p:pic>
      <p:sp>
        <p:nvSpPr>
          <p:cNvPr id="33" name="Textfeld 26">
            <a:extLst>
              <a:ext uri="{FF2B5EF4-FFF2-40B4-BE49-F238E27FC236}">
                <a16:creationId xmlns:a16="http://schemas.microsoft.com/office/drawing/2014/main" id="{8053B794-D309-4909-9E5A-CC36D009D6A5}"/>
              </a:ext>
            </a:extLst>
          </p:cNvPr>
          <p:cNvSpPr txBox="1"/>
          <p:nvPr/>
        </p:nvSpPr>
        <p:spPr>
          <a:xfrm>
            <a:off x="1386485" y="38547594"/>
            <a:ext cx="5121462" cy="1661266"/>
          </a:xfrm>
          <a:prstGeom prst="rect">
            <a:avLst/>
          </a:prstGeom>
          <a:noFill/>
        </p:spPr>
        <p:txBody>
          <a:bodyPr wrap="square" lIns="509591" tIns="0" rIns="509591" bIns="509591" rtlCol="0" anchor="b" anchorCtr="0">
            <a:noAutofit/>
          </a:bodyPr>
          <a:lstStyle/>
          <a:p>
            <a:r>
              <a:rPr lang="en-US" sz="2000" b="1" dirty="0"/>
              <a:t>Figure 1</a:t>
            </a:r>
            <a:r>
              <a:rPr lang="en-US" sz="2000" dirty="0"/>
              <a:t>. Observational Study model using propensity score to match comparable students</a:t>
            </a:r>
          </a:p>
        </p:txBody>
      </p:sp>
      <p:pic>
        <p:nvPicPr>
          <p:cNvPr id="5" name="Picture 4" descr="A rat in a suit&#10;&#10;Description automatically generated">
            <a:extLst>
              <a:ext uri="{FF2B5EF4-FFF2-40B4-BE49-F238E27FC236}">
                <a16:creationId xmlns:a16="http://schemas.microsoft.com/office/drawing/2014/main" id="{9D9264DE-E904-0BF1-42F5-588812FDF5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56119" y="3667350"/>
            <a:ext cx="3144455" cy="2094628"/>
          </a:xfrm>
          <a:prstGeom prst="rect">
            <a:avLst/>
          </a:prstGeom>
        </p:spPr>
      </p:pic>
      <p:pic>
        <p:nvPicPr>
          <p:cNvPr id="21" name="Picture 20">
            <a:extLst>
              <a:ext uri="{FF2B5EF4-FFF2-40B4-BE49-F238E27FC236}">
                <a16:creationId xmlns:a16="http://schemas.microsoft.com/office/drawing/2014/main" id="{14A41E3B-30D9-DB64-2817-C8FC6F32A425}"/>
              </a:ext>
            </a:extLst>
          </p:cNvPr>
          <p:cNvPicPr>
            <a:picLocks noChangeAspect="1"/>
          </p:cNvPicPr>
          <p:nvPr/>
        </p:nvPicPr>
        <p:blipFill>
          <a:blip r:embed="rId5"/>
          <a:stretch>
            <a:fillRect/>
          </a:stretch>
        </p:blipFill>
        <p:spPr>
          <a:xfrm>
            <a:off x="23303746" y="12579629"/>
            <a:ext cx="5859809" cy="5270000"/>
          </a:xfrm>
          <a:prstGeom prst="rect">
            <a:avLst/>
          </a:prstGeom>
        </p:spPr>
      </p:pic>
      <p:graphicFrame>
        <p:nvGraphicFramePr>
          <p:cNvPr id="25" name="Table 25">
            <a:extLst>
              <a:ext uri="{FF2B5EF4-FFF2-40B4-BE49-F238E27FC236}">
                <a16:creationId xmlns:a16="http://schemas.microsoft.com/office/drawing/2014/main" id="{7D0F4247-AA89-3AF0-1235-6428EDD18E08}"/>
              </a:ext>
            </a:extLst>
          </p:cNvPr>
          <p:cNvGraphicFramePr>
            <a:graphicFrameLocks noGrp="1"/>
          </p:cNvGraphicFramePr>
          <p:nvPr>
            <p:extLst>
              <p:ext uri="{D42A27DB-BD31-4B8C-83A1-F6EECF244321}">
                <p14:modId xmlns:p14="http://schemas.microsoft.com/office/powerpoint/2010/main" val="3346493935"/>
              </p:ext>
            </p:extLst>
          </p:nvPr>
        </p:nvGraphicFramePr>
        <p:xfrm>
          <a:off x="973007" y="21926323"/>
          <a:ext cx="13514742" cy="4558911"/>
        </p:xfrm>
        <a:graphic>
          <a:graphicData uri="http://schemas.openxmlformats.org/drawingml/2006/table">
            <a:tbl>
              <a:tblPr firstCol="1">
                <a:solidFill>
                  <a:srgbClr val="FF0000"/>
                </a:solidFill>
                <a:tableStyleId>{5C22544A-7EE6-4342-B048-85BDC9FD1C3A}</a:tableStyleId>
              </a:tblPr>
              <a:tblGrid>
                <a:gridCol w="1585008">
                  <a:extLst>
                    <a:ext uri="{9D8B030D-6E8A-4147-A177-3AD203B41FA5}">
                      <a16:colId xmlns:a16="http://schemas.microsoft.com/office/drawing/2014/main" val="86972259"/>
                    </a:ext>
                  </a:extLst>
                </a:gridCol>
                <a:gridCol w="6206247">
                  <a:extLst>
                    <a:ext uri="{9D8B030D-6E8A-4147-A177-3AD203B41FA5}">
                      <a16:colId xmlns:a16="http://schemas.microsoft.com/office/drawing/2014/main" val="2888221090"/>
                    </a:ext>
                  </a:extLst>
                </a:gridCol>
                <a:gridCol w="5723487">
                  <a:extLst>
                    <a:ext uri="{9D8B030D-6E8A-4147-A177-3AD203B41FA5}">
                      <a16:colId xmlns:a16="http://schemas.microsoft.com/office/drawing/2014/main" val="1308705114"/>
                    </a:ext>
                  </a:extLst>
                </a:gridCol>
              </a:tblGrid>
              <a:tr h="1084191">
                <a:tc>
                  <a:txBody>
                    <a:bodyPr/>
                    <a:lstStyle/>
                    <a:p>
                      <a:pPr algn="just"/>
                      <a:r>
                        <a:rPr lang="en-US" sz="2400" dirty="0"/>
                        <a:t>Tables</a:t>
                      </a:r>
                      <a:endParaRPr lang="fr-CH" sz="2400" dirty="0"/>
                    </a:p>
                  </a:txBody>
                  <a:tcPr>
                    <a:solidFill>
                      <a:srgbClr val="C00000"/>
                    </a:solidFill>
                  </a:tcPr>
                </a:tc>
                <a:tc>
                  <a:txBody>
                    <a:bodyPr/>
                    <a:lstStyle/>
                    <a:p>
                      <a:pPr algn="just"/>
                      <a:r>
                        <a:rPr lang="en-US" sz="2400" dirty="0"/>
                        <a:t>3 main tables : events (which can include many subtasks), subtasks and users</a:t>
                      </a:r>
                      <a:endParaRPr lang="fr-CH" sz="2400" dirty="0"/>
                    </a:p>
                  </a:txBody>
                  <a:tcPr/>
                </a:tc>
                <a:tc>
                  <a:txBody>
                    <a:bodyPr/>
                    <a:lstStyle/>
                    <a:p>
                      <a:pPr algn="just"/>
                      <a:r>
                        <a:rPr lang="en-US" sz="2400" dirty="0" err="1"/>
                        <a:t>Subtasks_weeks</a:t>
                      </a:r>
                      <a:r>
                        <a:rPr lang="en-US" sz="2400" dirty="0"/>
                        <a:t> : time series of users' performance over weeks</a:t>
                      </a:r>
                      <a:endParaRPr lang="fr-CH" sz="2400" dirty="0"/>
                    </a:p>
                  </a:txBody>
                  <a:tcPr/>
                </a:tc>
                <a:extLst>
                  <a:ext uri="{0D108BD9-81ED-4DB2-BD59-A6C34878D82A}">
                    <a16:rowId xmlns:a16="http://schemas.microsoft.com/office/drawing/2014/main" val="1378978085"/>
                  </a:ext>
                </a:extLst>
              </a:tr>
              <a:tr h="1285616">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Skills </a:t>
                      </a:r>
                      <a:endParaRPr lang="fr-CH" sz="2400" dirty="0"/>
                    </a:p>
                    <a:p>
                      <a:pPr algn="just"/>
                      <a:endParaRPr lang="fr-CH" sz="2400" dirty="0"/>
                    </a:p>
                  </a:txBody>
                  <a:tcPr>
                    <a:solidFill>
                      <a:srgbClr val="C00000"/>
                    </a:solidFill>
                  </a:tcPr>
                </a:tc>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Using K-means, we clustered </a:t>
                      </a:r>
                      <a:r>
                        <a:rPr lang="en-US" sz="2400" dirty="0" err="1"/>
                        <a:t>skill_ids</a:t>
                      </a:r>
                      <a:r>
                        <a:rPr lang="en-US" sz="2400" dirty="0"/>
                        <a:t> </a:t>
                      </a:r>
                    </a:p>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into 5 main skills: </a:t>
                      </a:r>
                      <a:r>
                        <a:rPr lang="en-US" sz="2400" b="0" kern="1200" dirty="0">
                          <a:solidFill>
                            <a:schemeClr val="dk1"/>
                          </a:solidFill>
                          <a:effectLst/>
                        </a:rPr>
                        <a:t>Number_line, Addition, Subtraction, Division, Multiplication</a:t>
                      </a:r>
                      <a:endParaRPr lang="fr-CH" sz="2400" dirty="0"/>
                    </a:p>
                    <a:p>
                      <a:pPr algn="just"/>
                      <a:endParaRPr lang="fr-CH" sz="2400" dirty="0"/>
                    </a:p>
                  </a:txBody>
                  <a:tcPr/>
                </a:tc>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Each skill has  4 difficulty levels, increasingly : </a:t>
                      </a:r>
                      <a:r>
                        <a:rPr lang="pt-BR" sz="2400" dirty="0"/>
                        <a:t>R10, R20, R100 and R1000 </a:t>
                      </a:r>
                      <a:endParaRPr lang="fr-CH" sz="2400" dirty="0"/>
                    </a:p>
                    <a:p>
                      <a:pPr algn="just"/>
                      <a:endParaRPr lang="fr-CH" sz="2400" dirty="0"/>
                    </a:p>
                  </a:txBody>
                  <a:tcPr/>
                </a:tc>
                <a:extLst>
                  <a:ext uri="{0D108BD9-81ED-4DB2-BD59-A6C34878D82A}">
                    <a16:rowId xmlns:a16="http://schemas.microsoft.com/office/drawing/2014/main" val="719025940"/>
                  </a:ext>
                </a:extLst>
              </a:tr>
              <a:tr h="1285616">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Metrics</a:t>
                      </a:r>
                      <a:endParaRPr lang="fr-CH" sz="2400" dirty="0"/>
                    </a:p>
                    <a:p>
                      <a:pPr algn="just"/>
                      <a:endParaRPr lang="fr-CH" sz="2400" dirty="0"/>
                    </a:p>
                  </a:txBody>
                  <a:tcPr>
                    <a:solidFill>
                      <a:srgbClr val="C00000"/>
                    </a:solidFill>
                  </a:tcPr>
                </a:tc>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Absolute percentage of correct answers </a:t>
                      </a:r>
                      <a:endParaRPr lang="fr-CH" sz="2400" dirty="0"/>
                    </a:p>
                    <a:p>
                      <a:pPr algn="just"/>
                      <a:endParaRPr lang="fr-CH" sz="2400" dirty="0"/>
                    </a:p>
                  </a:txBody>
                  <a:tcPr/>
                </a:tc>
                <a:tc>
                  <a:txBody>
                    <a:bodyPr/>
                    <a:lstStyle/>
                    <a:p>
                      <a:pPr marL="0" marR="0" lvl="0" indent="0" algn="just" defTabSz="1605370" rtl="0" eaLnBrk="1" fontAlgn="auto" latinLnBrk="0" hangingPunct="1">
                        <a:lnSpc>
                          <a:spcPct val="100000"/>
                        </a:lnSpc>
                        <a:spcBef>
                          <a:spcPts val="0"/>
                        </a:spcBef>
                        <a:spcAft>
                          <a:spcPts val="0"/>
                        </a:spcAft>
                        <a:buClrTx/>
                        <a:buSzTx/>
                        <a:buFontTx/>
                        <a:buNone/>
                        <a:tabLst/>
                        <a:defRPr/>
                      </a:pPr>
                      <a:r>
                        <a:rPr lang="en-US" sz="2400" dirty="0"/>
                        <a:t>Weighted score computed for each skill as a sum over the following mapping of difficulties : </a:t>
                      </a:r>
                      <a:r>
                        <a:rPr lang="pt-BR" sz="2400" dirty="0"/>
                        <a:t>{'R10': 1, 'R20': 2, 'R100': 10, 'R1000': 100}</a:t>
                      </a:r>
                      <a:r>
                        <a:rPr lang="en-US" sz="2400" dirty="0"/>
                        <a:t> </a:t>
                      </a:r>
                      <a:endParaRPr lang="fr-CH" sz="2400" dirty="0"/>
                    </a:p>
                    <a:p>
                      <a:pPr algn="just"/>
                      <a:endParaRPr lang="fr-CH" sz="2400" dirty="0"/>
                    </a:p>
                  </a:txBody>
                  <a:tcPr/>
                </a:tc>
                <a:extLst>
                  <a:ext uri="{0D108BD9-81ED-4DB2-BD59-A6C34878D82A}">
                    <a16:rowId xmlns:a16="http://schemas.microsoft.com/office/drawing/2014/main" val="3681574049"/>
                  </a:ext>
                </a:extLst>
              </a:tr>
            </a:tbl>
          </a:graphicData>
        </a:graphic>
      </p:graphicFrame>
      <p:pic>
        <p:nvPicPr>
          <p:cNvPr id="26" name="Image 5">
            <a:extLst>
              <a:ext uri="{FF2B5EF4-FFF2-40B4-BE49-F238E27FC236}">
                <a16:creationId xmlns:a16="http://schemas.microsoft.com/office/drawing/2014/main" id="{ED7C3221-71E2-ED7C-82B1-B60B2F82651D}"/>
              </a:ext>
            </a:extLst>
          </p:cNvPr>
          <p:cNvPicPr>
            <a:picLocks noChangeAspect="1"/>
          </p:cNvPicPr>
          <p:nvPr/>
        </p:nvPicPr>
        <p:blipFill>
          <a:blip r:embed="rId6"/>
          <a:stretch>
            <a:fillRect/>
          </a:stretch>
        </p:blipFill>
        <p:spPr>
          <a:xfrm>
            <a:off x="8356878" y="26760120"/>
            <a:ext cx="5473944" cy="4331987"/>
          </a:xfrm>
          <a:prstGeom prst="rect">
            <a:avLst/>
          </a:prstGeom>
        </p:spPr>
      </p:pic>
      <p:sp>
        <p:nvSpPr>
          <p:cNvPr id="27" name="TextBox 26">
            <a:extLst>
              <a:ext uri="{FF2B5EF4-FFF2-40B4-BE49-F238E27FC236}">
                <a16:creationId xmlns:a16="http://schemas.microsoft.com/office/drawing/2014/main" id="{FA63D8C2-AFA4-FB0B-161F-A4E4D7BADB3F}"/>
              </a:ext>
            </a:extLst>
          </p:cNvPr>
          <p:cNvSpPr txBox="1"/>
          <p:nvPr/>
        </p:nvSpPr>
        <p:spPr>
          <a:xfrm>
            <a:off x="2106588" y="27967018"/>
            <a:ext cx="5121461" cy="914400"/>
          </a:xfrm>
          <a:prstGeom prst="rect">
            <a:avLst/>
          </a:prstGeom>
          <a:noFill/>
        </p:spPr>
        <p:txBody>
          <a:bodyPr wrap="square" lIns="0" tIns="0" rIns="0" bIns="0" rtlCol="0">
            <a:noAutofit/>
          </a:bodyPr>
          <a:lstStyle/>
          <a:p>
            <a:pPr algn="ctr">
              <a:spcAft>
                <a:spcPts val="1699"/>
              </a:spcAft>
            </a:pPr>
            <a:r>
              <a:rPr lang="en-US" sz="2400" dirty="0"/>
              <a:t>Visualization: Included a visualization of user strengths and skill levels.</a:t>
            </a:r>
          </a:p>
        </p:txBody>
      </p:sp>
      <p:pic>
        <p:nvPicPr>
          <p:cNvPr id="1028" name="Picture 4" descr="Graphical depiction of our individualization modeling technique applied to the probability of learning parameter. This model is not evaluated in this paper but is presented to demonstrate the simplicity in adapting our model to other parameters. ">
            <a:extLst>
              <a:ext uri="{FF2B5EF4-FFF2-40B4-BE49-F238E27FC236}">
                <a16:creationId xmlns:a16="http://schemas.microsoft.com/office/drawing/2014/main" id="{DF77D249-6ABA-B0C9-6E6D-9C902C7F67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1499" y="35077941"/>
            <a:ext cx="8096250" cy="31729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pensity Score Matching - Data Analytics and Program Evaluation | Summit  | Data Analytics and Program Evaluation | Summit">
            <a:extLst>
              <a:ext uri="{FF2B5EF4-FFF2-40B4-BE49-F238E27FC236}">
                <a16:creationId xmlns:a16="http://schemas.microsoft.com/office/drawing/2014/main" id="{336B2B3F-C44B-80BC-687C-D0C511F65C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7405" y="34727537"/>
            <a:ext cx="5192538" cy="3894404"/>
          </a:xfrm>
          <a:prstGeom prst="rect">
            <a:avLst/>
          </a:prstGeom>
          <a:noFill/>
          <a:extLst>
            <a:ext uri="{909E8E84-426E-40DD-AFC4-6F175D3DCCD1}">
              <a14:hiddenFill xmlns:a14="http://schemas.microsoft.com/office/drawing/2010/main">
                <a:solidFill>
                  <a:srgbClr val="FFFFFF"/>
                </a:solidFill>
              </a14:hiddenFill>
            </a:ext>
          </a:extLst>
        </p:spPr>
      </p:pic>
      <p:sp>
        <p:nvSpPr>
          <p:cNvPr id="29" name="Textfeld 26">
            <a:extLst>
              <a:ext uri="{FF2B5EF4-FFF2-40B4-BE49-F238E27FC236}">
                <a16:creationId xmlns:a16="http://schemas.microsoft.com/office/drawing/2014/main" id="{BCFA309A-B49F-884B-52B8-F167488F56E3}"/>
              </a:ext>
            </a:extLst>
          </p:cNvPr>
          <p:cNvSpPr txBox="1"/>
          <p:nvPr/>
        </p:nvSpPr>
        <p:spPr>
          <a:xfrm>
            <a:off x="6918583" y="38929881"/>
            <a:ext cx="6912239" cy="1366400"/>
          </a:xfrm>
          <a:prstGeom prst="rect">
            <a:avLst/>
          </a:prstGeom>
          <a:noFill/>
        </p:spPr>
        <p:txBody>
          <a:bodyPr wrap="square" lIns="509591" tIns="0" rIns="509591" bIns="509591" rtlCol="0" anchor="b" anchorCtr="0">
            <a:noAutofit/>
          </a:bodyPr>
          <a:lstStyle/>
          <a:p>
            <a:pPr algn="ctr"/>
            <a:endParaRPr lang="en-US" sz="2000" b="1" dirty="0"/>
          </a:p>
          <a:p>
            <a:pPr algn="ctr"/>
            <a:endParaRPr lang="en-US" sz="2000" b="1" dirty="0"/>
          </a:p>
          <a:p>
            <a:pPr algn="ctr"/>
            <a:endParaRPr lang="en-US" sz="2000" b="1" dirty="0"/>
          </a:p>
          <a:p>
            <a:pPr algn="ctr"/>
            <a:r>
              <a:rPr lang="en-US" sz="2000" b="1" dirty="0"/>
              <a:t>Figure 2</a:t>
            </a:r>
            <a:r>
              <a:rPr lang="en-US" sz="2000" dirty="0"/>
              <a:t>. Multi-learn Student Bayesian knowledge tracing model</a:t>
            </a:r>
          </a:p>
        </p:txBody>
      </p:sp>
      <p:sp>
        <p:nvSpPr>
          <p:cNvPr id="30" name="Textfeld 26">
            <a:extLst>
              <a:ext uri="{FF2B5EF4-FFF2-40B4-BE49-F238E27FC236}">
                <a16:creationId xmlns:a16="http://schemas.microsoft.com/office/drawing/2014/main" id="{C451A833-0E25-C942-02F9-6F1D0B17A24F}"/>
              </a:ext>
            </a:extLst>
          </p:cNvPr>
          <p:cNvSpPr txBox="1"/>
          <p:nvPr/>
        </p:nvSpPr>
        <p:spPr>
          <a:xfrm>
            <a:off x="15362647" y="18243667"/>
            <a:ext cx="6383762" cy="1830413"/>
          </a:xfrm>
          <a:prstGeom prst="rect">
            <a:avLst/>
          </a:prstGeom>
          <a:noFill/>
        </p:spPr>
        <p:txBody>
          <a:bodyPr wrap="square" lIns="509591" tIns="0" rIns="509591" bIns="509591" rtlCol="0" anchor="b" anchorCtr="0">
            <a:noAutofit/>
          </a:bodyPr>
          <a:lstStyle/>
          <a:p>
            <a:pPr algn="ctr"/>
            <a:r>
              <a:rPr lang="en-US" sz="2000" b="1" dirty="0"/>
              <a:t>Figure 5 : Mean training and testing accuracies across different skills for 2 trained models with different hyperparameter  </a:t>
            </a:r>
            <a:endParaRPr lang="en-US" sz="2000" dirty="0"/>
          </a:p>
        </p:txBody>
      </p:sp>
      <p:graphicFrame>
        <p:nvGraphicFramePr>
          <p:cNvPr id="32" name="Table 33">
            <a:extLst>
              <a:ext uri="{FF2B5EF4-FFF2-40B4-BE49-F238E27FC236}">
                <a16:creationId xmlns:a16="http://schemas.microsoft.com/office/drawing/2014/main" id="{868D665F-1263-BA12-3927-D6CE61FE42C8}"/>
              </a:ext>
            </a:extLst>
          </p:cNvPr>
          <p:cNvGraphicFramePr>
            <a:graphicFrameLocks noGrp="1"/>
          </p:cNvGraphicFramePr>
          <p:nvPr>
            <p:extLst>
              <p:ext uri="{D42A27DB-BD31-4B8C-83A1-F6EECF244321}">
                <p14:modId xmlns:p14="http://schemas.microsoft.com/office/powerpoint/2010/main" val="742706053"/>
              </p:ext>
            </p:extLst>
          </p:nvPr>
        </p:nvGraphicFramePr>
        <p:xfrm>
          <a:off x="15608447" y="13575403"/>
          <a:ext cx="6632098" cy="3017520"/>
        </p:xfrm>
        <a:graphic>
          <a:graphicData uri="http://schemas.openxmlformats.org/drawingml/2006/table">
            <a:tbl>
              <a:tblPr firstRow="1" firstCol="1" bandRow="1">
                <a:tableStyleId>{5C22544A-7EE6-4342-B048-85BDC9FD1C3A}</a:tableStyleId>
              </a:tblPr>
              <a:tblGrid>
                <a:gridCol w="3316049">
                  <a:extLst>
                    <a:ext uri="{9D8B030D-6E8A-4147-A177-3AD203B41FA5}">
                      <a16:colId xmlns:a16="http://schemas.microsoft.com/office/drawing/2014/main" val="508623997"/>
                    </a:ext>
                  </a:extLst>
                </a:gridCol>
                <a:gridCol w="3316049">
                  <a:extLst>
                    <a:ext uri="{9D8B030D-6E8A-4147-A177-3AD203B41FA5}">
                      <a16:colId xmlns:a16="http://schemas.microsoft.com/office/drawing/2014/main" val="302914091"/>
                    </a:ext>
                  </a:extLst>
                </a:gridCol>
              </a:tblGrid>
              <a:tr h="502920">
                <a:tc>
                  <a:txBody>
                    <a:bodyPr/>
                    <a:lstStyle/>
                    <a:p>
                      <a:r>
                        <a:rPr lang="en-US" sz="2600" dirty="0"/>
                        <a:t>Skill</a:t>
                      </a:r>
                      <a:endParaRPr lang="fr-CH" sz="2600" dirty="0"/>
                    </a:p>
                  </a:txBody>
                  <a:tcPr marT="50292" marB="50292">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C00000"/>
                    </a:solidFill>
                  </a:tcPr>
                </a:tc>
                <a:tc>
                  <a:txBody>
                    <a:bodyPr/>
                    <a:lstStyle/>
                    <a:p>
                      <a:r>
                        <a:rPr lang="en-US" sz="2600" dirty="0"/>
                        <a:t>Scores</a:t>
                      </a:r>
                      <a:endParaRPr lang="fr-CH" sz="2600" dirty="0"/>
                    </a:p>
                  </a:txBody>
                  <a:tcPr marT="50292" marB="50292">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050881418"/>
                  </a:ext>
                </a:extLst>
              </a:tr>
              <a:tr h="502920">
                <a:tc>
                  <a:txBody>
                    <a:bodyPr/>
                    <a:lstStyle/>
                    <a:p>
                      <a:r>
                        <a:rPr lang="en-US" sz="2600" dirty="0"/>
                        <a:t>Addition</a:t>
                      </a:r>
                      <a:endParaRPr lang="fr-CH" sz="2600" dirty="0"/>
                    </a:p>
                  </a:txBody>
                  <a:tcPr marT="50292" marB="50292">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C00000"/>
                    </a:solidFill>
                  </a:tcPr>
                </a:tc>
                <a:tc>
                  <a:txBody>
                    <a:bodyPr/>
                    <a:lstStyle/>
                    <a:p>
                      <a:r>
                        <a:rPr lang="en-US" sz="2600" dirty="0"/>
                        <a:t>0 : 44.08 – 1 : 46.77</a:t>
                      </a:r>
                      <a:endParaRPr lang="fr-CH" sz="2600" dirty="0"/>
                    </a:p>
                  </a:txBody>
                  <a:tcPr marT="50292" marB="50292">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6166608"/>
                  </a:ext>
                </a:extLst>
              </a:tr>
              <a:tr h="502920">
                <a:tc>
                  <a:txBody>
                    <a:bodyPr/>
                    <a:lstStyle/>
                    <a:p>
                      <a:r>
                        <a:rPr lang="en-US" sz="2600" dirty="0"/>
                        <a:t>Subtraction</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marL="0" marR="0" lvl="0" indent="0" algn="l" defTabSz="1605370" rtl="0" eaLnBrk="1" fontAlgn="auto" latinLnBrk="0" hangingPunct="1">
                        <a:lnSpc>
                          <a:spcPct val="100000"/>
                        </a:lnSpc>
                        <a:spcBef>
                          <a:spcPts val="0"/>
                        </a:spcBef>
                        <a:spcAft>
                          <a:spcPts val="0"/>
                        </a:spcAft>
                        <a:buClrTx/>
                        <a:buSzTx/>
                        <a:buFontTx/>
                        <a:buNone/>
                        <a:tabLst/>
                        <a:defRPr/>
                      </a:pPr>
                      <a:r>
                        <a:rPr lang="en-US" sz="2600" dirty="0"/>
                        <a:t>0 : 42.99 – 1 : 46.60</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42292611"/>
                  </a:ext>
                </a:extLst>
              </a:tr>
              <a:tr h="502920">
                <a:tc>
                  <a:txBody>
                    <a:bodyPr/>
                    <a:lstStyle/>
                    <a:p>
                      <a:r>
                        <a:rPr lang="en-US" sz="2600" dirty="0"/>
                        <a:t>Division</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marL="0" marR="0" lvl="0" indent="0" algn="l" defTabSz="1605370" rtl="0" eaLnBrk="1" fontAlgn="auto" latinLnBrk="0" hangingPunct="1">
                        <a:lnSpc>
                          <a:spcPct val="100000"/>
                        </a:lnSpc>
                        <a:spcBef>
                          <a:spcPts val="0"/>
                        </a:spcBef>
                        <a:spcAft>
                          <a:spcPts val="0"/>
                        </a:spcAft>
                        <a:buClrTx/>
                        <a:buSzTx/>
                        <a:buFontTx/>
                        <a:buNone/>
                        <a:tabLst/>
                        <a:defRPr/>
                      </a:pPr>
                      <a:r>
                        <a:rPr lang="en-US" sz="2600" dirty="0"/>
                        <a:t>0 : 15.20 – 1 : 16.87</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858669"/>
                  </a:ext>
                </a:extLst>
              </a:tr>
              <a:tr h="502920">
                <a:tc>
                  <a:txBody>
                    <a:bodyPr/>
                    <a:lstStyle/>
                    <a:p>
                      <a:r>
                        <a:rPr lang="en-US" sz="2600" dirty="0"/>
                        <a:t>Multiplication</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marL="0" marR="0" lvl="0" indent="0" algn="l" defTabSz="1605370" rtl="0" eaLnBrk="1" fontAlgn="auto" latinLnBrk="0" hangingPunct="1">
                        <a:lnSpc>
                          <a:spcPct val="100000"/>
                        </a:lnSpc>
                        <a:spcBef>
                          <a:spcPts val="0"/>
                        </a:spcBef>
                        <a:spcAft>
                          <a:spcPts val="0"/>
                        </a:spcAft>
                        <a:buClrTx/>
                        <a:buSzTx/>
                        <a:buFontTx/>
                        <a:buNone/>
                        <a:tabLst/>
                        <a:defRPr/>
                      </a:pPr>
                      <a:r>
                        <a:rPr lang="en-US" sz="2600" dirty="0"/>
                        <a:t>0 : 59.42 – 1 : 65.10</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1136435"/>
                  </a:ext>
                </a:extLst>
              </a:tr>
              <a:tr h="502920">
                <a:tc>
                  <a:txBody>
                    <a:bodyPr/>
                    <a:lstStyle/>
                    <a:p>
                      <a:r>
                        <a:rPr lang="en-US" sz="2600" dirty="0"/>
                        <a:t>Number_line</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marL="0" marR="0" lvl="0" indent="0" algn="l" defTabSz="1605370" rtl="0" eaLnBrk="1" fontAlgn="auto" latinLnBrk="0" hangingPunct="1">
                        <a:lnSpc>
                          <a:spcPct val="100000"/>
                        </a:lnSpc>
                        <a:spcBef>
                          <a:spcPts val="0"/>
                        </a:spcBef>
                        <a:spcAft>
                          <a:spcPts val="0"/>
                        </a:spcAft>
                        <a:buClrTx/>
                        <a:buSzTx/>
                        <a:buFontTx/>
                        <a:buNone/>
                        <a:tabLst/>
                        <a:defRPr/>
                      </a:pPr>
                      <a:r>
                        <a:rPr lang="en-US" sz="2600" dirty="0"/>
                        <a:t>0 : 74.50 – 1 : 73.63</a:t>
                      </a:r>
                      <a:endParaRPr lang="fr-CH" sz="2600" dirty="0"/>
                    </a:p>
                  </a:txBody>
                  <a:tcPr marT="50292" marB="5029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53377196"/>
                  </a:ext>
                </a:extLst>
              </a:tr>
            </a:tbl>
          </a:graphicData>
        </a:graphic>
      </p:graphicFrame>
      <p:sp>
        <p:nvSpPr>
          <p:cNvPr id="36" name="Textfeld 26">
            <a:extLst>
              <a:ext uri="{FF2B5EF4-FFF2-40B4-BE49-F238E27FC236}">
                <a16:creationId xmlns:a16="http://schemas.microsoft.com/office/drawing/2014/main" id="{57F4A29A-5398-4232-B757-116A9FDE6FDE}"/>
              </a:ext>
            </a:extLst>
          </p:cNvPr>
          <p:cNvSpPr txBox="1"/>
          <p:nvPr/>
        </p:nvSpPr>
        <p:spPr>
          <a:xfrm>
            <a:off x="14888318" y="12870207"/>
            <a:ext cx="6307806" cy="1110606"/>
          </a:xfrm>
          <a:prstGeom prst="rect">
            <a:avLst/>
          </a:prstGeom>
          <a:noFill/>
        </p:spPr>
        <p:txBody>
          <a:bodyPr wrap="square" lIns="509591" tIns="0" rIns="509591" bIns="509591" rtlCol="0" anchor="b" anchorCtr="0">
            <a:noAutofit/>
          </a:bodyPr>
          <a:lstStyle/>
          <a:p>
            <a:pPr algn="ctr"/>
            <a:r>
              <a:rPr lang="en-US" sz="3200" b="1" dirty="0"/>
              <a:t>A:Observational Study :</a:t>
            </a:r>
            <a:endParaRPr lang="en-US" sz="3200" dirty="0"/>
          </a:p>
        </p:txBody>
      </p:sp>
      <p:sp>
        <p:nvSpPr>
          <p:cNvPr id="42" name="Textfeld 26">
            <a:extLst>
              <a:ext uri="{FF2B5EF4-FFF2-40B4-BE49-F238E27FC236}">
                <a16:creationId xmlns:a16="http://schemas.microsoft.com/office/drawing/2014/main" id="{FC54A36B-0A73-EDE4-C809-E9DB1DF7C6D6}"/>
              </a:ext>
            </a:extLst>
          </p:cNvPr>
          <p:cNvSpPr txBox="1"/>
          <p:nvPr/>
        </p:nvSpPr>
        <p:spPr>
          <a:xfrm>
            <a:off x="15923242" y="16458465"/>
            <a:ext cx="6383762" cy="1070581"/>
          </a:xfrm>
          <a:prstGeom prst="rect">
            <a:avLst/>
          </a:prstGeom>
          <a:noFill/>
        </p:spPr>
        <p:txBody>
          <a:bodyPr wrap="square" lIns="509591" tIns="0" rIns="509591" bIns="509591" rtlCol="0" anchor="b" anchorCtr="0">
            <a:noAutofit/>
          </a:bodyPr>
          <a:lstStyle/>
          <a:p>
            <a:pPr algn="ctr"/>
            <a:r>
              <a:rPr lang="en-US" sz="2000" b="1" dirty="0"/>
              <a:t>Figure 3</a:t>
            </a:r>
            <a:r>
              <a:rPr lang="en-US" sz="2000" dirty="0"/>
              <a:t>. Weighted scores for matched groups</a:t>
            </a:r>
          </a:p>
        </p:txBody>
      </p:sp>
      <p:sp>
        <p:nvSpPr>
          <p:cNvPr id="43" name="Textfeld 26">
            <a:extLst>
              <a:ext uri="{FF2B5EF4-FFF2-40B4-BE49-F238E27FC236}">
                <a16:creationId xmlns:a16="http://schemas.microsoft.com/office/drawing/2014/main" id="{526E509E-13CA-F7B4-0F9E-AE89D28A4276}"/>
              </a:ext>
            </a:extLst>
          </p:cNvPr>
          <p:cNvSpPr txBox="1"/>
          <p:nvPr/>
        </p:nvSpPr>
        <p:spPr>
          <a:xfrm>
            <a:off x="14666463" y="16686592"/>
            <a:ext cx="8683777" cy="1751393"/>
          </a:xfrm>
          <a:prstGeom prst="rect">
            <a:avLst/>
          </a:prstGeom>
          <a:noFill/>
        </p:spPr>
        <p:txBody>
          <a:bodyPr wrap="square" lIns="509591" tIns="0" rIns="509591" bIns="509591" rtlCol="0" anchor="b" anchorCtr="0">
            <a:noAutofit/>
          </a:bodyPr>
          <a:lstStyle/>
          <a:p>
            <a:pPr algn="ctr"/>
            <a:r>
              <a:rPr lang="en-US" sz="3200" b="1" dirty="0"/>
              <a:t>B: Student performance prediction</a:t>
            </a:r>
            <a:endParaRPr lang="en-US" sz="3200" dirty="0"/>
          </a:p>
        </p:txBody>
      </p:sp>
      <p:sp>
        <p:nvSpPr>
          <p:cNvPr id="44" name="Textfeld 26">
            <a:extLst>
              <a:ext uri="{FF2B5EF4-FFF2-40B4-BE49-F238E27FC236}">
                <a16:creationId xmlns:a16="http://schemas.microsoft.com/office/drawing/2014/main" id="{EBEE90F0-10BB-897E-AFDA-839E5D8154A0}"/>
              </a:ext>
            </a:extLst>
          </p:cNvPr>
          <p:cNvSpPr txBox="1"/>
          <p:nvPr/>
        </p:nvSpPr>
        <p:spPr>
          <a:xfrm>
            <a:off x="23303746" y="18035866"/>
            <a:ext cx="6383762" cy="1070581"/>
          </a:xfrm>
          <a:prstGeom prst="rect">
            <a:avLst/>
          </a:prstGeom>
          <a:noFill/>
        </p:spPr>
        <p:txBody>
          <a:bodyPr wrap="square" lIns="509591" tIns="0" rIns="509591" bIns="509591" rtlCol="0" anchor="b" anchorCtr="0">
            <a:noAutofit/>
          </a:bodyPr>
          <a:lstStyle/>
          <a:p>
            <a:pPr algn="ctr"/>
            <a:r>
              <a:rPr lang="en-US" sz="2000" b="1" dirty="0"/>
              <a:t>Figure 4</a:t>
            </a:r>
            <a:r>
              <a:rPr lang="en-US" sz="2000" dirty="0"/>
              <a:t>. Mean absolute percentage of correct answers for matched groups</a:t>
            </a:r>
          </a:p>
        </p:txBody>
      </p:sp>
      <p:sp>
        <p:nvSpPr>
          <p:cNvPr id="47" name="Textfeld 26">
            <a:extLst>
              <a:ext uri="{FF2B5EF4-FFF2-40B4-BE49-F238E27FC236}">
                <a16:creationId xmlns:a16="http://schemas.microsoft.com/office/drawing/2014/main" id="{68B03921-4CD8-9AA1-88C7-9BF6DC240E99}"/>
              </a:ext>
            </a:extLst>
          </p:cNvPr>
          <p:cNvSpPr txBox="1"/>
          <p:nvPr/>
        </p:nvSpPr>
        <p:spPr>
          <a:xfrm>
            <a:off x="17801118" y="29333228"/>
            <a:ext cx="9511577" cy="2289964"/>
          </a:xfrm>
          <a:prstGeom prst="rect">
            <a:avLst/>
          </a:prstGeom>
          <a:noFill/>
        </p:spPr>
        <p:txBody>
          <a:bodyPr wrap="square" lIns="509591" tIns="0" rIns="509591" bIns="509591" rtlCol="0" anchor="b" anchorCtr="0">
            <a:noAutofit/>
          </a:bodyPr>
          <a:lstStyle/>
          <a:p>
            <a:pPr algn="ctr"/>
            <a:r>
              <a:rPr lang="en-US" sz="2000" b="1" dirty="0"/>
              <a:t>Figure 6 : Prediction on test data for a sample of 2 users</a:t>
            </a:r>
            <a:endParaRPr lang="en-US" sz="2000" dirty="0"/>
          </a:p>
        </p:txBody>
      </p:sp>
      <p:pic>
        <p:nvPicPr>
          <p:cNvPr id="4" name="Image 3" descr="Une image contenant texte, capture d’écran, diagramme, Rectangle">
            <a:extLst>
              <a:ext uri="{FF2B5EF4-FFF2-40B4-BE49-F238E27FC236}">
                <a16:creationId xmlns:a16="http://schemas.microsoft.com/office/drawing/2014/main" id="{2E34B3E3-92E9-CDD4-53E1-C12F2B68914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303746" y="24667785"/>
            <a:ext cx="5352971" cy="2679191"/>
          </a:xfrm>
          <a:prstGeom prst="rect">
            <a:avLst/>
          </a:prstGeom>
        </p:spPr>
      </p:pic>
      <p:pic>
        <p:nvPicPr>
          <p:cNvPr id="8" name="Image 7" descr="Une image contenant texte, capture d’écran, Caractère coloré, Tracé">
            <a:extLst>
              <a:ext uri="{FF2B5EF4-FFF2-40B4-BE49-F238E27FC236}">
                <a16:creationId xmlns:a16="http://schemas.microsoft.com/office/drawing/2014/main" id="{8527676A-0F3D-A170-5EA5-FF5DD881377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303746" y="21798593"/>
            <a:ext cx="5352971" cy="2679192"/>
          </a:xfrm>
          <a:prstGeom prst="rect">
            <a:avLst/>
          </a:prstGeom>
        </p:spPr>
      </p:pic>
      <p:pic>
        <p:nvPicPr>
          <p:cNvPr id="10" name="Image 9" descr="Une image contenant texte, capture d’écran, Caractère coloré, Tracé">
            <a:extLst>
              <a:ext uri="{FF2B5EF4-FFF2-40B4-BE49-F238E27FC236}">
                <a16:creationId xmlns:a16="http://schemas.microsoft.com/office/drawing/2014/main" id="{47615360-6179-033E-C3DE-AD416EE87C5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303746" y="18947320"/>
            <a:ext cx="5548230" cy="2776920"/>
          </a:xfrm>
          <a:prstGeom prst="rect">
            <a:avLst/>
          </a:prstGeom>
        </p:spPr>
      </p:pic>
      <p:pic>
        <p:nvPicPr>
          <p:cNvPr id="14" name="Image 13" descr="Une image contenant texte, capture d’écran, Caractère coloré, Parallèle">
            <a:extLst>
              <a:ext uri="{FF2B5EF4-FFF2-40B4-BE49-F238E27FC236}">
                <a16:creationId xmlns:a16="http://schemas.microsoft.com/office/drawing/2014/main" id="{1972DCC3-034F-14EE-5874-7D853C6D6A8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784622" y="23016252"/>
            <a:ext cx="5352969" cy="2679191"/>
          </a:xfrm>
          <a:prstGeom prst="rect">
            <a:avLst/>
          </a:prstGeom>
        </p:spPr>
      </p:pic>
      <p:pic>
        <p:nvPicPr>
          <p:cNvPr id="23" name="Image 22" descr="Une image contenant texte, capture d’écran, Caractère coloré, diagramme">
            <a:extLst>
              <a:ext uri="{FF2B5EF4-FFF2-40B4-BE49-F238E27FC236}">
                <a16:creationId xmlns:a16="http://schemas.microsoft.com/office/drawing/2014/main" id="{026DD92B-3D9E-D07A-CBF0-7B0EF1A68B8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784622" y="19681363"/>
            <a:ext cx="5238689" cy="2621993"/>
          </a:xfrm>
          <a:prstGeom prst="rect">
            <a:avLst/>
          </a:prstGeom>
        </p:spPr>
      </p:pic>
      <p:pic>
        <p:nvPicPr>
          <p:cNvPr id="6" name="Image 5" descr="Une image contenant texte, capture d’écran, affichage, ligne">
            <a:extLst>
              <a:ext uri="{FF2B5EF4-FFF2-40B4-BE49-F238E27FC236}">
                <a16:creationId xmlns:a16="http://schemas.microsoft.com/office/drawing/2014/main" id="{02633B75-2616-0226-4B3F-379440BCD9D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2813108" y="27455445"/>
            <a:ext cx="6036437" cy="2725356"/>
          </a:xfrm>
          <a:prstGeom prst="rect">
            <a:avLst/>
          </a:prstGeom>
        </p:spPr>
      </p:pic>
      <p:pic>
        <p:nvPicPr>
          <p:cNvPr id="12" name="Image 11" descr="Une image contenant texte, capture d’écran, ligne, diagramme">
            <a:extLst>
              <a:ext uri="{FF2B5EF4-FFF2-40B4-BE49-F238E27FC236}">
                <a16:creationId xmlns:a16="http://schemas.microsoft.com/office/drawing/2014/main" id="{FFB9ED23-F35F-7E40-5F4F-B39223753E6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923241" y="27454684"/>
            <a:ext cx="6036437" cy="2734342"/>
          </a:xfrm>
          <a:prstGeom prst="rect">
            <a:avLst/>
          </a:prstGeom>
        </p:spPr>
      </p:pic>
      <p:sp>
        <p:nvSpPr>
          <p:cNvPr id="20" name="Textfeld 26">
            <a:extLst>
              <a:ext uri="{FF2B5EF4-FFF2-40B4-BE49-F238E27FC236}">
                <a16:creationId xmlns:a16="http://schemas.microsoft.com/office/drawing/2014/main" id="{0483C2D2-DDB1-26C7-9E9C-2D142BA1B362}"/>
              </a:ext>
            </a:extLst>
          </p:cNvPr>
          <p:cNvSpPr txBox="1"/>
          <p:nvPr/>
        </p:nvSpPr>
        <p:spPr>
          <a:xfrm>
            <a:off x="15348840" y="28937043"/>
            <a:ext cx="7364638" cy="2289964"/>
          </a:xfrm>
          <a:prstGeom prst="rect">
            <a:avLst/>
          </a:prstGeom>
          <a:noFill/>
        </p:spPr>
        <p:txBody>
          <a:bodyPr wrap="square" lIns="509591" tIns="0" rIns="509591" bIns="509591" rtlCol="0" anchor="b" anchorCtr="0">
            <a:noAutofit/>
          </a:bodyPr>
          <a:lstStyle/>
          <a:p>
            <a:pPr algn="ctr"/>
            <a:r>
              <a:rPr lang="en-US" sz="2000" b="1" dirty="0"/>
              <a:t>Skill Id BKT model</a:t>
            </a:r>
            <a:endParaRPr lang="en-US" sz="2000" dirty="0"/>
          </a:p>
        </p:txBody>
      </p:sp>
      <p:sp>
        <p:nvSpPr>
          <p:cNvPr id="24" name="Textfeld 26">
            <a:extLst>
              <a:ext uri="{FF2B5EF4-FFF2-40B4-BE49-F238E27FC236}">
                <a16:creationId xmlns:a16="http://schemas.microsoft.com/office/drawing/2014/main" id="{8F1B6F00-4369-5FBC-D2DC-F8BBA8E86D44}"/>
              </a:ext>
            </a:extLst>
          </p:cNvPr>
          <p:cNvSpPr txBox="1"/>
          <p:nvPr/>
        </p:nvSpPr>
        <p:spPr>
          <a:xfrm>
            <a:off x="20138520" y="28818123"/>
            <a:ext cx="9511577" cy="2289964"/>
          </a:xfrm>
          <a:prstGeom prst="rect">
            <a:avLst/>
          </a:prstGeom>
          <a:noFill/>
        </p:spPr>
        <p:txBody>
          <a:bodyPr wrap="square" lIns="509591" tIns="0" rIns="509591" bIns="509591" rtlCol="0" anchor="b" anchorCtr="0">
            <a:noAutofit/>
          </a:bodyPr>
          <a:lstStyle/>
          <a:p>
            <a:pPr algn="ctr"/>
            <a:r>
              <a:rPr lang="en-US" sz="2000" b="1" dirty="0"/>
              <a:t>User Id BKT model</a:t>
            </a:r>
          </a:p>
        </p:txBody>
      </p:sp>
      <p:sp>
        <p:nvSpPr>
          <p:cNvPr id="31" name="ZoneTexte 30">
            <a:extLst>
              <a:ext uri="{FF2B5EF4-FFF2-40B4-BE49-F238E27FC236}">
                <a16:creationId xmlns:a16="http://schemas.microsoft.com/office/drawing/2014/main" id="{9461E579-3A89-15AA-010D-6DEAB5442977}"/>
              </a:ext>
            </a:extLst>
          </p:cNvPr>
          <p:cNvSpPr txBox="1"/>
          <p:nvPr/>
        </p:nvSpPr>
        <p:spPr>
          <a:xfrm>
            <a:off x="15743453" y="16943937"/>
            <a:ext cx="7606787" cy="452271"/>
          </a:xfrm>
          <a:prstGeom prst="rect">
            <a:avLst/>
          </a:prstGeom>
          <a:noFill/>
        </p:spPr>
        <p:txBody>
          <a:bodyPr wrap="none" lIns="0" tIns="0" rIns="0" bIns="0" rtlCol="0">
            <a:noAutofit/>
          </a:bodyPr>
          <a:lstStyle/>
          <a:p>
            <a:pPr algn="ctr"/>
            <a:endParaRPr lang="fr-CH" sz="2400" baseline="30000" dirty="0"/>
          </a:p>
          <a:p>
            <a:pPr algn="ctr"/>
            <a:r>
              <a:rPr lang="fr-CH" sz="2400" b="1" baseline="30000" dirty="0">
                <a:solidFill>
                  <a:srgbClr val="FF0000"/>
                </a:solidFill>
              </a:rPr>
              <a:t>P-Value = 0.0 </a:t>
            </a:r>
            <a:r>
              <a:rPr lang="fr-CH" sz="2400" b="1" baseline="30000" dirty="0" err="1">
                <a:solidFill>
                  <a:srgbClr val="FF0000"/>
                </a:solidFill>
              </a:rPr>
              <a:t>implies</a:t>
            </a:r>
            <a:r>
              <a:rPr lang="fr-CH" sz="2400" b="1" baseline="30000" dirty="0">
                <a:solidFill>
                  <a:srgbClr val="FF0000"/>
                </a:solidFill>
              </a:rPr>
              <a:t> </a:t>
            </a:r>
            <a:r>
              <a:rPr lang="fr-CH" sz="2400" b="1" baseline="30000" dirty="0" err="1">
                <a:solidFill>
                  <a:srgbClr val="FF0000"/>
                </a:solidFill>
              </a:rPr>
              <a:t>statistical</a:t>
            </a:r>
            <a:r>
              <a:rPr lang="fr-CH" sz="2400" b="1" baseline="30000" dirty="0">
                <a:solidFill>
                  <a:srgbClr val="FF0000"/>
                </a:solidFill>
              </a:rPr>
              <a:t> </a:t>
            </a:r>
            <a:r>
              <a:rPr lang="fr-CH" sz="2400" b="1" baseline="30000" dirty="0" err="1">
                <a:solidFill>
                  <a:srgbClr val="FF0000"/>
                </a:solidFill>
              </a:rPr>
              <a:t>significance</a:t>
            </a:r>
            <a:r>
              <a:rPr lang="fr-CH" sz="2400" b="1" baseline="30000" dirty="0">
                <a:solidFill>
                  <a:srgbClr val="FF0000"/>
                </a:solidFill>
              </a:rPr>
              <a:t> of the </a:t>
            </a:r>
            <a:r>
              <a:rPr lang="fr-CH" sz="2400" b="1" baseline="30000" dirty="0" err="1">
                <a:solidFill>
                  <a:srgbClr val="FF0000"/>
                </a:solidFill>
              </a:rPr>
              <a:t>differences</a:t>
            </a:r>
            <a:r>
              <a:rPr lang="fr-CH" sz="2400" b="1" baseline="30000" dirty="0">
                <a:solidFill>
                  <a:srgbClr val="FF0000"/>
                </a:solidFill>
              </a:rPr>
              <a:t> </a:t>
            </a:r>
            <a:r>
              <a:rPr lang="fr-CH" sz="2400" b="1" baseline="30000" dirty="0" err="1">
                <a:solidFill>
                  <a:srgbClr val="FF0000"/>
                </a:solidFill>
              </a:rPr>
              <a:t>between</a:t>
            </a:r>
            <a:r>
              <a:rPr lang="fr-CH" sz="2400" b="1" baseline="30000" dirty="0">
                <a:solidFill>
                  <a:srgbClr val="FF0000"/>
                </a:solidFill>
              </a:rPr>
              <a:t> the 2 groups </a:t>
            </a:r>
            <a:endParaRPr lang="fr-CH" b="1" baseline="30000" dirty="0">
              <a:solidFill>
                <a:srgbClr val="FF0000"/>
              </a:solidFill>
            </a:endParaRPr>
          </a:p>
        </p:txBody>
      </p:sp>
    </p:spTree>
    <p:extLst>
      <p:ext uri="{BB962C8B-B14F-4D97-AF65-F5344CB8AC3E}">
        <p14:creationId xmlns:p14="http://schemas.microsoft.com/office/powerpoint/2010/main" val="64562148"/>
      </p:ext>
    </p:extLst>
  </p:cSld>
  <p:clrMapOvr>
    <a:masterClrMapping/>
  </p:clrMapOvr>
</p:sld>
</file>

<file path=ppt/theme/theme1.xml><?xml version="1.0" encoding="utf-8"?>
<a:theme xmlns:a="http://schemas.openxmlformats.org/drawingml/2006/main" name="ETH Blau">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EF71843B-413B-4636-AB44-13799B812ED4}"/>
    </a:ext>
  </a:extLst>
</a:theme>
</file>

<file path=ppt/theme/theme2.xml><?xml version="1.0" encoding="utf-8"?>
<a:theme xmlns:a="http://schemas.openxmlformats.org/drawingml/2006/main" name="ETH Petrol">
  <a:themeElements>
    <a:clrScheme name="ETH Petrol">
      <a:dk1>
        <a:sysClr val="windowText" lastClr="000000"/>
      </a:dk1>
      <a:lt1>
        <a:sysClr val="window" lastClr="FFFFFF"/>
      </a:lt1>
      <a:dk2>
        <a:srgbClr val="000000"/>
      </a:dk2>
      <a:lt2>
        <a:srgbClr val="FFFFFF"/>
      </a:lt2>
      <a:accent1>
        <a:srgbClr val="007894"/>
      </a:accent1>
      <a:accent2>
        <a:srgbClr val="3393A9"/>
      </a:accent2>
      <a:accent3>
        <a:srgbClr val="66AEBF"/>
      </a:accent3>
      <a:accent4>
        <a:srgbClr val="99C9D4"/>
      </a:accent4>
      <a:accent5>
        <a:srgbClr val="CCE4EA"/>
      </a:accent5>
      <a:accent6>
        <a:srgbClr val="E5F1F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0473AE0E-68D5-4A9D-99C2-4908E96CDDAB}"/>
    </a:ext>
  </a:extLst>
</a:theme>
</file>

<file path=ppt/theme/theme3.xml><?xml version="1.0" encoding="utf-8"?>
<a:theme xmlns:a="http://schemas.openxmlformats.org/drawingml/2006/main" name="ETH Grün">
  <a:themeElements>
    <a:clrScheme name="ETH Grün">
      <a:dk1>
        <a:sysClr val="windowText" lastClr="000000"/>
      </a:dk1>
      <a:lt1>
        <a:sysClr val="window" lastClr="FFFFFF"/>
      </a:lt1>
      <a:dk2>
        <a:srgbClr val="000000"/>
      </a:dk2>
      <a:lt2>
        <a:srgbClr val="FFFFFF"/>
      </a:lt2>
      <a:accent1>
        <a:srgbClr val="627313"/>
      </a:accent1>
      <a:accent2>
        <a:srgbClr val="818F42"/>
      </a:accent2>
      <a:accent3>
        <a:srgbClr val="A1AB71"/>
      </a:accent3>
      <a:accent4>
        <a:srgbClr val="C0C7A1"/>
      </a:accent4>
      <a:accent5>
        <a:srgbClr val="E0E3D0"/>
      </a:accent5>
      <a:accent6>
        <a:srgbClr val="EFF1E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DF440DC3-3F2E-4807-8C20-EB98FA7966EC}"/>
    </a:ext>
  </a:extLst>
</a:theme>
</file>

<file path=ppt/theme/theme4.xml><?xml version="1.0" encoding="utf-8"?>
<a:theme xmlns:a="http://schemas.openxmlformats.org/drawingml/2006/main" name="ETH Bronze">
  <a:themeElements>
    <a:clrScheme name="ETH Bronze">
      <a:dk1>
        <a:sysClr val="windowText" lastClr="000000"/>
      </a:dk1>
      <a:lt1>
        <a:sysClr val="window" lastClr="FFFFFF"/>
      </a:lt1>
      <a:dk2>
        <a:srgbClr val="000000"/>
      </a:dk2>
      <a:lt2>
        <a:srgbClr val="FFFFFF"/>
      </a:lt2>
      <a:accent1>
        <a:srgbClr val="8E6713"/>
      </a:accent1>
      <a:accent2>
        <a:srgbClr val="A58542"/>
      </a:accent2>
      <a:accent3>
        <a:srgbClr val="BBA471"/>
      </a:accent3>
      <a:accent4>
        <a:srgbClr val="D2C2A1"/>
      </a:accent4>
      <a:accent5>
        <a:srgbClr val="E8E1D0"/>
      </a:accent5>
      <a:accent6>
        <a:srgbClr val="F3F0E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11E06D20-E7DF-4D4B-B2A2-B7B46D67DC87}"/>
    </a:ext>
  </a:extLst>
</a:theme>
</file>

<file path=ppt/theme/theme5.xml><?xml version="1.0" encoding="utf-8"?>
<a:theme xmlns:a="http://schemas.openxmlformats.org/drawingml/2006/main" name="ETH Rot">
  <a:themeElements>
    <a:clrScheme name="ETH Rot">
      <a:dk1>
        <a:sysClr val="windowText" lastClr="000000"/>
      </a:dk1>
      <a:lt1>
        <a:sysClr val="window" lastClr="FFFFFF"/>
      </a:lt1>
      <a:dk2>
        <a:srgbClr val="000000"/>
      </a:dk2>
      <a:lt2>
        <a:srgbClr val="FFFFFF"/>
      </a:lt2>
      <a:accent1>
        <a:srgbClr val="B7352D"/>
      </a:accent1>
      <a:accent2>
        <a:srgbClr val="C55D57"/>
      </a:accent2>
      <a:accent3>
        <a:srgbClr val="D48681"/>
      </a:accent3>
      <a:accent4>
        <a:srgbClr val="E2AEAB"/>
      </a:accent4>
      <a:accent5>
        <a:srgbClr val="F1D7D5"/>
      </a:accent5>
      <a:accent6>
        <a:srgbClr val="F8EAEA"/>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16CB80E2-4D81-420F-8475-97747EDD43D9}"/>
    </a:ext>
  </a:extLst>
</a:theme>
</file>

<file path=ppt/theme/theme6.xml><?xml version="1.0" encoding="utf-8"?>
<a:theme xmlns:a="http://schemas.openxmlformats.org/drawingml/2006/main" name="ETH Purpur">
  <a:themeElements>
    <a:clrScheme name="ETH Purpur">
      <a:dk1>
        <a:sysClr val="windowText" lastClr="000000"/>
      </a:dk1>
      <a:lt1>
        <a:sysClr val="window" lastClr="FFFFFF"/>
      </a:lt1>
      <a:dk2>
        <a:srgbClr val="000000"/>
      </a:dk2>
      <a:lt2>
        <a:srgbClr val="FFFFFF"/>
      </a:lt2>
      <a:accent1>
        <a:srgbClr val="A30774"/>
      </a:accent1>
      <a:accent2>
        <a:srgbClr val="B53990"/>
      </a:accent2>
      <a:accent3>
        <a:srgbClr val="C86AAC"/>
      </a:accent3>
      <a:accent4>
        <a:srgbClr val="DA9CC7"/>
      </a:accent4>
      <a:accent5>
        <a:srgbClr val="EDCDE3"/>
      </a:accent5>
      <a:accent6>
        <a:srgbClr val="F6E6F1"/>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995FD330-628F-4BC0-B5BD-6162A29925A6}"/>
    </a:ext>
  </a:extLst>
</a:theme>
</file>

<file path=ppt/theme/theme7.xml><?xml version="1.0" encoding="utf-8"?>
<a:theme xmlns:a="http://schemas.openxmlformats.org/drawingml/2006/main" name="ETH Grau">
  <a:themeElements>
    <a:clrScheme name="ETH Grau">
      <a:dk1>
        <a:sysClr val="windowText" lastClr="000000"/>
      </a:dk1>
      <a:lt1>
        <a:sysClr val="window" lastClr="FFFFFF"/>
      </a:lt1>
      <a:dk2>
        <a:srgbClr val="000000"/>
      </a:dk2>
      <a:lt2>
        <a:srgbClr val="FFFFFF"/>
      </a:lt2>
      <a:accent1>
        <a:srgbClr val="6F6F6F"/>
      </a:accent1>
      <a:accent2>
        <a:srgbClr val="8C8C8C"/>
      </a:accent2>
      <a:accent3>
        <a:srgbClr val="A9A9A9"/>
      </a:accent3>
      <a:accent4>
        <a:srgbClr val="C5C5C5"/>
      </a:accent4>
      <a:accent5>
        <a:srgbClr val="E2E2E2"/>
      </a:accent5>
      <a:accent6>
        <a:srgbClr val="F0F0F0"/>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hoch.potx" id="{5E20DE9E-1E3E-4A22-A22B-C7DE4B781016}" vid="{D02D928F-8248-4557-A534-5AC5954D5BF1}"/>
    </a:ext>
  </a:extLst>
</a:theme>
</file>

<file path=ppt/theme/theme8.xml><?xml version="1.0" encoding="utf-8"?>
<a:theme xmlns:a="http://schemas.openxmlformats.org/drawingml/2006/main" name="Office">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ETH-PP-Scientific-Poster-Portrait-A3-Template</Template>
  <TotalTime>0</TotalTime>
  <Words>617</Words>
  <Application>Microsoft Office PowerPoint</Application>
  <PresentationFormat>Personnalisé</PresentationFormat>
  <Paragraphs>74</Paragraphs>
  <Slides>1</Slides>
  <Notes>0</Notes>
  <HiddenSlides>0</HiddenSlides>
  <MMClips>0</MMClips>
  <ScaleCrop>false</ScaleCrop>
  <HeadingPairs>
    <vt:vector size="6" baseType="variant">
      <vt:variant>
        <vt:lpstr>Polices utilisées</vt:lpstr>
      </vt:variant>
      <vt:variant>
        <vt:i4>2</vt:i4>
      </vt:variant>
      <vt:variant>
        <vt:lpstr>Thème</vt:lpstr>
      </vt:variant>
      <vt:variant>
        <vt:i4>7</vt:i4>
      </vt:variant>
      <vt:variant>
        <vt:lpstr>Titres des diapositives</vt:lpstr>
      </vt:variant>
      <vt:variant>
        <vt:i4>1</vt:i4>
      </vt:variant>
    </vt:vector>
  </HeadingPairs>
  <TitlesOfParts>
    <vt:vector size="10" baseType="lpstr">
      <vt:lpstr>Arial</vt:lpstr>
      <vt:lpstr>Symbol</vt:lpstr>
      <vt:lpstr>ETH Blau</vt:lpstr>
      <vt:lpstr>ETH Petrol</vt:lpstr>
      <vt:lpstr>ETH Grün</vt:lpstr>
      <vt:lpstr>ETH Bronze</vt:lpstr>
      <vt:lpstr>ETH Rot</vt:lpstr>
      <vt:lpstr>ETH Purpur</vt:lpstr>
      <vt:lpstr>ETH Grau</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Giang Christian</dc:creator>
  <cp:lastModifiedBy>El Ouazzani Youssef</cp:lastModifiedBy>
  <cp:revision>75</cp:revision>
  <dcterms:created xsi:type="dcterms:W3CDTF">2021-10-06T10:51:46Z</dcterms:created>
  <dcterms:modified xsi:type="dcterms:W3CDTF">2023-06-09T22:30:25Z</dcterms:modified>
</cp:coreProperties>
</file>